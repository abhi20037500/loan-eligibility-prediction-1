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18"/>
    <p:restoredTop sz="94635"/>
  </p:normalViewPr>
  <p:slideViewPr>
    <p:cSldViewPr snapToGrid="0" snapToObjects="1">
      <p:cViewPr varScale="1">
        <p:scale>
          <a:sx n="120" d="100"/>
          <a:sy n="120" d="100"/>
        </p:scale>
        <p:origin x="204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EA17E6-AFD8-465B-87AB-9B65EF76AA94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D5997D7-5519-479D-99FF-1273A29929EB}">
      <dgm:prSet/>
      <dgm:spPr/>
      <dgm:t>
        <a:bodyPr/>
        <a:lstStyle/>
        <a:p>
          <a:r>
            <a:rPr lang="en-US"/>
            <a:t>By: Abhijeet Singh</a:t>
          </a:r>
        </a:p>
      </dgm:t>
    </dgm:pt>
    <dgm:pt modelId="{CB580C19-A6BF-41F3-B183-4A5AB969B19C}" type="parTrans" cxnId="{E5CF7A22-63BB-4F10-BDFE-B59A22D60B53}">
      <dgm:prSet/>
      <dgm:spPr/>
      <dgm:t>
        <a:bodyPr/>
        <a:lstStyle/>
        <a:p>
          <a:endParaRPr lang="en-US"/>
        </a:p>
      </dgm:t>
    </dgm:pt>
    <dgm:pt modelId="{2134DE67-20D8-4225-B471-BFB4386AC846}" type="sibTrans" cxnId="{E5CF7A22-63BB-4F10-BDFE-B59A22D60B53}">
      <dgm:prSet/>
      <dgm:spPr/>
      <dgm:t>
        <a:bodyPr/>
        <a:lstStyle/>
        <a:p>
          <a:endParaRPr lang="en-US"/>
        </a:p>
      </dgm:t>
    </dgm:pt>
    <dgm:pt modelId="{C8A62439-19B3-4D6E-B879-911A2407A522}">
      <dgm:prSet/>
      <dgm:spPr/>
      <dgm:t>
        <a:bodyPr/>
        <a:lstStyle/>
        <a:p>
          <a:r>
            <a:rPr lang="en-US"/>
            <a:t>Course: B.Tech (CSE)</a:t>
          </a:r>
        </a:p>
      </dgm:t>
    </dgm:pt>
    <dgm:pt modelId="{14282596-AB95-4877-A439-36DC5B4C4156}" type="parTrans" cxnId="{C443849B-37D2-447C-90AF-E4A41579697F}">
      <dgm:prSet/>
      <dgm:spPr/>
      <dgm:t>
        <a:bodyPr/>
        <a:lstStyle/>
        <a:p>
          <a:endParaRPr lang="en-US"/>
        </a:p>
      </dgm:t>
    </dgm:pt>
    <dgm:pt modelId="{2594EB51-ADBE-4DCE-81B2-664A115FA9C7}" type="sibTrans" cxnId="{C443849B-37D2-447C-90AF-E4A41579697F}">
      <dgm:prSet/>
      <dgm:spPr/>
      <dgm:t>
        <a:bodyPr/>
        <a:lstStyle/>
        <a:p>
          <a:endParaRPr lang="en-US"/>
        </a:p>
      </dgm:t>
    </dgm:pt>
    <dgm:pt modelId="{36FAE19A-ACF5-4268-AB77-CAA4DF695064}">
      <dgm:prSet/>
      <dgm:spPr/>
      <dgm:t>
        <a:bodyPr/>
        <a:lstStyle/>
        <a:p>
          <a:r>
            <a:rPr lang="en-US"/>
            <a:t>Institution: [Bennett University]</a:t>
          </a:r>
        </a:p>
      </dgm:t>
    </dgm:pt>
    <dgm:pt modelId="{E07E5F88-4CBE-4FCF-A11D-ED15708C2E58}" type="parTrans" cxnId="{14EDC68D-421C-45DE-96DA-497E88D0BD82}">
      <dgm:prSet/>
      <dgm:spPr/>
      <dgm:t>
        <a:bodyPr/>
        <a:lstStyle/>
        <a:p>
          <a:endParaRPr lang="en-US"/>
        </a:p>
      </dgm:t>
    </dgm:pt>
    <dgm:pt modelId="{CC4CF448-A0AB-4A24-B9DD-EDC9B2013277}" type="sibTrans" cxnId="{14EDC68D-421C-45DE-96DA-497E88D0BD82}">
      <dgm:prSet/>
      <dgm:spPr/>
      <dgm:t>
        <a:bodyPr/>
        <a:lstStyle/>
        <a:p>
          <a:endParaRPr lang="en-US"/>
        </a:p>
      </dgm:t>
    </dgm:pt>
    <dgm:pt modelId="{3122A4BD-1200-48CF-A2D3-7B4D80DB81B4}">
      <dgm:prSet/>
      <dgm:spPr/>
      <dgm:t>
        <a:bodyPr/>
        <a:lstStyle/>
        <a:p>
          <a:r>
            <a:rPr lang="en-US"/>
            <a:t>Enrollment Number: [E23CSEU1142]</a:t>
          </a:r>
        </a:p>
      </dgm:t>
    </dgm:pt>
    <dgm:pt modelId="{142C6893-2FDF-4460-AA46-69C13FA56CAA}" type="parTrans" cxnId="{64655FBB-F49C-4B79-B191-FD3DA26DFFB1}">
      <dgm:prSet/>
      <dgm:spPr/>
      <dgm:t>
        <a:bodyPr/>
        <a:lstStyle/>
        <a:p>
          <a:endParaRPr lang="en-US"/>
        </a:p>
      </dgm:t>
    </dgm:pt>
    <dgm:pt modelId="{F4BAA879-0A56-462A-9B4E-CF350FE64276}" type="sibTrans" cxnId="{64655FBB-F49C-4B79-B191-FD3DA26DFFB1}">
      <dgm:prSet/>
      <dgm:spPr/>
      <dgm:t>
        <a:bodyPr/>
        <a:lstStyle/>
        <a:p>
          <a:endParaRPr lang="en-US"/>
        </a:p>
      </dgm:t>
    </dgm:pt>
    <dgm:pt modelId="{863E7D52-3405-C445-AD08-429CBC1D97F7}" type="pres">
      <dgm:prSet presAssocID="{4BEA17E6-AFD8-465B-87AB-9B65EF76AA94}" presName="outerComposite" presStyleCnt="0">
        <dgm:presLayoutVars>
          <dgm:chMax val="5"/>
          <dgm:dir/>
          <dgm:resizeHandles val="exact"/>
        </dgm:presLayoutVars>
      </dgm:prSet>
      <dgm:spPr/>
    </dgm:pt>
    <dgm:pt modelId="{17DAB3EC-5354-4C43-B991-3BB65B3D71FF}" type="pres">
      <dgm:prSet presAssocID="{4BEA17E6-AFD8-465B-87AB-9B65EF76AA94}" presName="dummyMaxCanvas" presStyleCnt="0">
        <dgm:presLayoutVars/>
      </dgm:prSet>
      <dgm:spPr/>
    </dgm:pt>
    <dgm:pt modelId="{A353C774-8219-7C4B-9F36-6900E473CE8E}" type="pres">
      <dgm:prSet presAssocID="{4BEA17E6-AFD8-465B-87AB-9B65EF76AA94}" presName="FourNodes_1" presStyleLbl="node1" presStyleIdx="0" presStyleCnt="4">
        <dgm:presLayoutVars>
          <dgm:bulletEnabled val="1"/>
        </dgm:presLayoutVars>
      </dgm:prSet>
      <dgm:spPr/>
    </dgm:pt>
    <dgm:pt modelId="{EFFE9991-3954-E64D-96E5-72F545DAA98F}" type="pres">
      <dgm:prSet presAssocID="{4BEA17E6-AFD8-465B-87AB-9B65EF76AA94}" presName="FourNodes_2" presStyleLbl="node1" presStyleIdx="1" presStyleCnt="4">
        <dgm:presLayoutVars>
          <dgm:bulletEnabled val="1"/>
        </dgm:presLayoutVars>
      </dgm:prSet>
      <dgm:spPr/>
    </dgm:pt>
    <dgm:pt modelId="{3813F22D-8885-6C47-9287-E4B7FE758A6D}" type="pres">
      <dgm:prSet presAssocID="{4BEA17E6-AFD8-465B-87AB-9B65EF76AA94}" presName="FourNodes_3" presStyleLbl="node1" presStyleIdx="2" presStyleCnt="4">
        <dgm:presLayoutVars>
          <dgm:bulletEnabled val="1"/>
        </dgm:presLayoutVars>
      </dgm:prSet>
      <dgm:spPr/>
    </dgm:pt>
    <dgm:pt modelId="{CD0AE6E7-2555-A449-9DA9-54FA04798116}" type="pres">
      <dgm:prSet presAssocID="{4BEA17E6-AFD8-465B-87AB-9B65EF76AA94}" presName="FourNodes_4" presStyleLbl="node1" presStyleIdx="3" presStyleCnt="4">
        <dgm:presLayoutVars>
          <dgm:bulletEnabled val="1"/>
        </dgm:presLayoutVars>
      </dgm:prSet>
      <dgm:spPr/>
    </dgm:pt>
    <dgm:pt modelId="{D32AE5E7-A27F-AA41-90E8-D8583376E65B}" type="pres">
      <dgm:prSet presAssocID="{4BEA17E6-AFD8-465B-87AB-9B65EF76AA94}" presName="FourConn_1-2" presStyleLbl="fgAccFollowNode1" presStyleIdx="0" presStyleCnt="3">
        <dgm:presLayoutVars>
          <dgm:bulletEnabled val="1"/>
        </dgm:presLayoutVars>
      </dgm:prSet>
      <dgm:spPr/>
    </dgm:pt>
    <dgm:pt modelId="{6BF42838-56A2-C641-A88B-F67376B4FAFA}" type="pres">
      <dgm:prSet presAssocID="{4BEA17E6-AFD8-465B-87AB-9B65EF76AA94}" presName="FourConn_2-3" presStyleLbl="fgAccFollowNode1" presStyleIdx="1" presStyleCnt="3">
        <dgm:presLayoutVars>
          <dgm:bulletEnabled val="1"/>
        </dgm:presLayoutVars>
      </dgm:prSet>
      <dgm:spPr/>
    </dgm:pt>
    <dgm:pt modelId="{3289B4FD-B9E6-7E47-8313-C8E882FD73EF}" type="pres">
      <dgm:prSet presAssocID="{4BEA17E6-AFD8-465B-87AB-9B65EF76AA94}" presName="FourConn_3-4" presStyleLbl="fgAccFollowNode1" presStyleIdx="2" presStyleCnt="3">
        <dgm:presLayoutVars>
          <dgm:bulletEnabled val="1"/>
        </dgm:presLayoutVars>
      </dgm:prSet>
      <dgm:spPr/>
    </dgm:pt>
    <dgm:pt modelId="{CE2B310B-2A04-4640-9A46-A9152B4F0E98}" type="pres">
      <dgm:prSet presAssocID="{4BEA17E6-AFD8-465B-87AB-9B65EF76AA94}" presName="FourNodes_1_text" presStyleLbl="node1" presStyleIdx="3" presStyleCnt="4">
        <dgm:presLayoutVars>
          <dgm:bulletEnabled val="1"/>
        </dgm:presLayoutVars>
      </dgm:prSet>
      <dgm:spPr/>
    </dgm:pt>
    <dgm:pt modelId="{291CB96A-C29D-9D4D-8A27-9A93B5B0065D}" type="pres">
      <dgm:prSet presAssocID="{4BEA17E6-AFD8-465B-87AB-9B65EF76AA94}" presName="FourNodes_2_text" presStyleLbl="node1" presStyleIdx="3" presStyleCnt="4">
        <dgm:presLayoutVars>
          <dgm:bulletEnabled val="1"/>
        </dgm:presLayoutVars>
      </dgm:prSet>
      <dgm:spPr/>
    </dgm:pt>
    <dgm:pt modelId="{06A81D4A-198E-154E-83D5-F7A13D477204}" type="pres">
      <dgm:prSet presAssocID="{4BEA17E6-AFD8-465B-87AB-9B65EF76AA94}" presName="FourNodes_3_text" presStyleLbl="node1" presStyleIdx="3" presStyleCnt="4">
        <dgm:presLayoutVars>
          <dgm:bulletEnabled val="1"/>
        </dgm:presLayoutVars>
      </dgm:prSet>
      <dgm:spPr/>
    </dgm:pt>
    <dgm:pt modelId="{8E81D537-222D-A244-B825-A15B6FBAE661}" type="pres">
      <dgm:prSet presAssocID="{4BEA17E6-AFD8-465B-87AB-9B65EF76AA9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B77000F-219B-D943-9A16-177A7D1A36AE}" type="presOf" srcId="{36FAE19A-ACF5-4268-AB77-CAA4DF695064}" destId="{06A81D4A-198E-154E-83D5-F7A13D477204}" srcOrd="1" destOrd="0" presId="urn:microsoft.com/office/officeart/2005/8/layout/vProcess5"/>
    <dgm:cxn modelId="{C1A6B713-EF55-524E-83BB-B27E48869DE7}" type="presOf" srcId="{36FAE19A-ACF5-4268-AB77-CAA4DF695064}" destId="{3813F22D-8885-6C47-9287-E4B7FE758A6D}" srcOrd="0" destOrd="0" presId="urn:microsoft.com/office/officeart/2005/8/layout/vProcess5"/>
    <dgm:cxn modelId="{B33E2114-D0DC-2C4E-BD89-C5ED48CCCD52}" type="presOf" srcId="{2134DE67-20D8-4225-B471-BFB4386AC846}" destId="{D32AE5E7-A27F-AA41-90E8-D8583376E65B}" srcOrd="0" destOrd="0" presId="urn:microsoft.com/office/officeart/2005/8/layout/vProcess5"/>
    <dgm:cxn modelId="{5DD22C15-17E6-CF4C-A774-A985C4C44506}" type="presOf" srcId="{0D5997D7-5519-479D-99FF-1273A29929EB}" destId="{CE2B310B-2A04-4640-9A46-A9152B4F0E98}" srcOrd="1" destOrd="0" presId="urn:microsoft.com/office/officeart/2005/8/layout/vProcess5"/>
    <dgm:cxn modelId="{E5CF7A22-63BB-4F10-BDFE-B59A22D60B53}" srcId="{4BEA17E6-AFD8-465B-87AB-9B65EF76AA94}" destId="{0D5997D7-5519-479D-99FF-1273A29929EB}" srcOrd="0" destOrd="0" parTransId="{CB580C19-A6BF-41F3-B183-4A5AB969B19C}" sibTransId="{2134DE67-20D8-4225-B471-BFB4386AC846}"/>
    <dgm:cxn modelId="{AE7C7745-FF88-3E43-B534-11B4961B8003}" type="presOf" srcId="{3122A4BD-1200-48CF-A2D3-7B4D80DB81B4}" destId="{CD0AE6E7-2555-A449-9DA9-54FA04798116}" srcOrd="0" destOrd="0" presId="urn:microsoft.com/office/officeart/2005/8/layout/vProcess5"/>
    <dgm:cxn modelId="{C2515D4B-C714-3347-ADD2-E797299BCAAB}" type="presOf" srcId="{C8A62439-19B3-4D6E-B879-911A2407A522}" destId="{291CB96A-C29D-9D4D-8A27-9A93B5B0065D}" srcOrd="1" destOrd="0" presId="urn:microsoft.com/office/officeart/2005/8/layout/vProcess5"/>
    <dgm:cxn modelId="{89A18967-8A69-BB40-B1E5-6C9B64D32F27}" type="presOf" srcId="{2594EB51-ADBE-4DCE-81B2-664A115FA9C7}" destId="{6BF42838-56A2-C641-A88B-F67376B4FAFA}" srcOrd="0" destOrd="0" presId="urn:microsoft.com/office/officeart/2005/8/layout/vProcess5"/>
    <dgm:cxn modelId="{14EDC68D-421C-45DE-96DA-497E88D0BD82}" srcId="{4BEA17E6-AFD8-465B-87AB-9B65EF76AA94}" destId="{36FAE19A-ACF5-4268-AB77-CAA4DF695064}" srcOrd="2" destOrd="0" parTransId="{E07E5F88-4CBE-4FCF-A11D-ED15708C2E58}" sibTransId="{CC4CF448-A0AB-4A24-B9DD-EDC9B2013277}"/>
    <dgm:cxn modelId="{C443849B-37D2-447C-90AF-E4A41579697F}" srcId="{4BEA17E6-AFD8-465B-87AB-9B65EF76AA94}" destId="{C8A62439-19B3-4D6E-B879-911A2407A522}" srcOrd="1" destOrd="0" parTransId="{14282596-AB95-4877-A439-36DC5B4C4156}" sibTransId="{2594EB51-ADBE-4DCE-81B2-664A115FA9C7}"/>
    <dgm:cxn modelId="{EB406CAA-7B8D-F641-85AF-E0A54FCEE4E1}" type="presOf" srcId="{3122A4BD-1200-48CF-A2D3-7B4D80DB81B4}" destId="{8E81D537-222D-A244-B825-A15B6FBAE661}" srcOrd="1" destOrd="0" presId="urn:microsoft.com/office/officeart/2005/8/layout/vProcess5"/>
    <dgm:cxn modelId="{64655FBB-F49C-4B79-B191-FD3DA26DFFB1}" srcId="{4BEA17E6-AFD8-465B-87AB-9B65EF76AA94}" destId="{3122A4BD-1200-48CF-A2D3-7B4D80DB81B4}" srcOrd="3" destOrd="0" parTransId="{142C6893-2FDF-4460-AA46-69C13FA56CAA}" sibTransId="{F4BAA879-0A56-462A-9B4E-CF350FE64276}"/>
    <dgm:cxn modelId="{DF8904BD-9D07-F040-BC54-30C1B19F36C4}" type="presOf" srcId="{0D5997D7-5519-479D-99FF-1273A29929EB}" destId="{A353C774-8219-7C4B-9F36-6900E473CE8E}" srcOrd="0" destOrd="0" presId="urn:microsoft.com/office/officeart/2005/8/layout/vProcess5"/>
    <dgm:cxn modelId="{674D96C5-7755-1E43-8D2F-292D18055285}" type="presOf" srcId="{C8A62439-19B3-4D6E-B879-911A2407A522}" destId="{EFFE9991-3954-E64D-96E5-72F545DAA98F}" srcOrd="0" destOrd="0" presId="urn:microsoft.com/office/officeart/2005/8/layout/vProcess5"/>
    <dgm:cxn modelId="{A7AC87D8-4639-2D44-AED6-703AC40F25FA}" type="presOf" srcId="{CC4CF448-A0AB-4A24-B9DD-EDC9B2013277}" destId="{3289B4FD-B9E6-7E47-8313-C8E882FD73EF}" srcOrd="0" destOrd="0" presId="urn:microsoft.com/office/officeart/2005/8/layout/vProcess5"/>
    <dgm:cxn modelId="{690034FE-F272-A742-A1B4-6814AF008C45}" type="presOf" srcId="{4BEA17E6-AFD8-465B-87AB-9B65EF76AA94}" destId="{863E7D52-3405-C445-AD08-429CBC1D97F7}" srcOrd="0" destOrd="0" presId="urn:microsoft.com/office/officeart/2005/8/layout/vProcess5"/>
    <dgm:cxn modelId="{0211343E-05F3-9C46-B2E0-62F05BDCEF6D}" type="presParOf" srcId="{863E7D52-3405-C445-AD08-429CBC1D97F7}" destId="{17DAB3EC-5354-4C43-B991-3BB65B3D71FF}" srcOrd="0" destOrd="0" presId="urn:microsoft.com/office/officeart/2005/8/layout/vProcess5"/>
    <dgm:cxn modelId="{F064BDF6-9057-3C45-B9F4-D35B240AC731}" type="presParOf" srcId="{863E7D52-3405-C445-AD08-429CBC1D97F7}" destId="{A353C774-8219-7C4B-9F36-6900E473CE8E}" srcOrd="1" destOrd="0" presId="urn:microsoft.com/office/officeart/2005/8/layout/vProcess5"/>
    <dgm:cxn modelId="{E190AFAF-D984-FC4C-AEBD-DD5131466940}" type="presParOf" srcId="{863E7D52-3405-C445-AD08-429CBC1D97F7}" destId="{EFFE9991-3954-E64D-96E5-72F545DAA98F}" srcOrd="2" destOrd="0" presId="urn:microsoft.com/office/officeart/2005/8/layout/vProcess5"/>
    <dgm:cxn modelId="{85491A89-6055-6F47-AC62-29E9AD3AA2E9}" type="presParOf" srcId="{863E7D52-3405-C445-AD08-429CBC1D97F7}" destId="{3813F22D-8885-6C47-9287-E4B7FE758A6D}" srcOrd="3" destOrd="0" presId="urn:microsoft.com/office/officeart/2005/8/layout/vProcess5"/>
    <dgm:cxn modelId="{B4DED357-BACF-244A-B578-368349478E78}" type="presParOf" srcId="{863E7D52-3405-C445-AD08-429CBC1D97F7}" destId="{CD0AE6E7-2555-A449-9DA9-54FA04798116}" srcOrd="4" destOrd="0" presId="urn:microsoft.com/office/officeart/2005/8/layout/vProcess5"/>
    <dgm:cxn modelId="{BC48AD64-F379-A542-8266-EE5ACC0AB4D1}" type="presParOf" srcId="{863E7D52-3405-C445-AD08-429CBC1D97F7}" destId="{D32AE5E7-A27F-AA41-90E8-D8583376E65B}" srcOrd="5" destOrd="0" presId="urn:microsoft.com/office/officeart/2005/8/layout/vProcess5"/>
    <dgm:cxn modelId="{32640EE8-C2AB-6242-A863-8DA54C649BCF}" type="presParOf" srcId="{863E7D52-3405-C445-AD08-429CBC1D97F7}" destId="{6BF42838-56A2-C641-A88B-F67376B4FAFA}" srcOrd="6" destOrd="0" presId="urn:microsoft.com/office/officeart/2005/8/layout/vProcess5"/>
    <dgm:cxn modelId="{40130E34-31F0-1B44-80CC-0C766D75A933}" type="presParOf" srcId="{863E7D52-3405-C445-AD08-429CBC1D97F7}" destId="{3289B4FD-B9E6-7E47-8313-C8E882FD73EF}" srcOrd="7" destOrd="0" presId="urn:microsoft.com/office/officeart/2005/8/layout/vProcess5"/>
    <dgm:cxn modelId="{0ECF6DF4-BCCC-7F47-ADD7-B0EC7570A68E}" type="presParOf" srcId="{863E7D52-3405-C445-AD08-429CBC1D97F7}" destId="{CE2B310B-2A04-4640-9A46-A9152B4F0E98}" srcOrd="8" destOrd="0" presId="urn:microsoft.com/office/officeart/2005/8/layout/vProcess5"/>
    <dgm:cxn modelId="{DF2CBFCB-580E-8C4F-B947-7A12C3506CD5}" type="presParOf" srcId="{863E7D52-3405-C445-AD08-429CBC1D97F7}" destId="{291CB96A-C29D-9D4D-8A27-9A93B5B0065D}" srcOrd="9" destOrd="0" presId="urn:microsoft.com/office/officeart/2005/8/layout/vProcess5"/>
    <dgm:cxn modelId="{852F4E50-7C2D-1B45-BED8-FE2712ED823D}" type="presParOf" srcId="{863E7D52-3405-C445-AD08-429CBC1D97F7}" destId="{06A81D4A-198E-154E-83D5-F7A13D477204}" srcOrd="10" destOrd="0" presId="urn:microsoft.com/office/officeart/2005/8/layout/vProcess5"/>
    <dgm:cxn modelId="{154773EE-8C7C-434D-B4D3-7F9239B54F7A}" type="presParOf" srcId="{863E7D52-3405-C445-AD08-429CBC1D97F7}" destId="{8E81D537-222D-A244-B825-A15B6FBAE66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52FC10-F6E3-41E4-94C9-57650C0D1FD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1C2DC6-23BE-4F92-A80B-5B95204A51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To automate the process of loan eligibility checking.</a:t>
          </a:r>
        </a:p>
      </dgm:t>
    </dgm:pt>
    <dgm:pt modelId="{FD889F90-447E-441F-9ADF-D3FF03723BDC}" type="parTrans" cxnId="{C0B1F971-3D91-42CA-942A-D2B3BCFB8C59}">
      <dgm:prSet/>
      <dgm:spPr/>
      <dgm:t>
        <a:bodyPr/>
        <a:lstStyle/>
        <a:p>
          <a:endParaRPr lang="en-US"/>
        </a:p>
      </dgm:t>
    </dgm:pt>
    <dgm:pt modelId="{182848A0-3216-462B-8CC3-60795A837081}" type="sibTrans" cxnId="{C0B1F971-3D91-42CA-942A-D2B3BCFB8C59}">
      <dgm:prSet/>
      <dgm:spPr/>
      <dgm:t>
        <a:bodyPr/>
        <a:lstStyle/>
        <a:p>
          <a:endParaRPr lang="en-US"/>
        </a:p>
      </dgm:t>
    </dgm:pt>
    <dgm:pt modelId="{0B90CCD2-662D-4F38-8ED3-6C61E36021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To use data-driven models for accurate predictions.</a:t>
          </a:r>
        </a:p>
      </dgm:t>
    </dgm:pt>
    <dgm:pt modelId="{EB010389-2189-40E2-97C2-6CB1661ACEFE}" type="parTrans" cxnId="{7E092FF8-E36D-40B0-A2AA-60C15F8D7288}">
      <dgm:prSet/>
      <dgm:spPr/>
      <dgm:t>
        <a:bodyPr/>
        <a:lstStyle/>
        <a:p>
          <a:endParaRPr lang="en-US"/>
        </a:p>
      </dgm:t>
    </dgm:pt>
    <dgm:pt modelId="{3BF8F5FC-EEA4-497A-98CA-37E2C591D52C}" type="sibTrans" cxnId="{7E092FF8-E36D-40B0-A2AA-60C15F8D7288}">
      <dgm:prSet/>
      <dgm:spPr/>
      <dgm:t>
        <a:bodyPr/>
        <a:lstStyle/>
        <a:p>
          <a:endParaRPr lang="en-US"/>
        </a:p>
      </dgm:t>
    </dgm:pt>
    <dgm:pt modelId="{51DDEB53-41A9-4B6B-A71C-0151D1759B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To improve the efficiency and transparency of loan approvals.</a:t>
          </a:r>
        </a:p>
      </dgm:t>
    </dgm:pt>
    <dgm:pt modelId="{29BBB6B5-28A9-43C8-BE9B-832E0E5336B7}" type="parTrans" cxnId="{5E65D17D-84A5-4473-8252-5CD7E40B37CE}">
      <dgm:prSet/>
      <dgm:spPr/>
      <dgm:t>
        <a:bodyPr/>
        <a:lstStyle/>
        <a:p>
          <a:endParaRPr lang="en-US"/>
        </a:p>
      </dgm:t>
    </dgm:pt>
    <dgm:pt modelId="{2548D102-EEC5-435A-AF5E-08153AD8C809}" type="sibTrans" cxnId="{5E65D17D-84A5-4473-8252-5CD7E40B37CE}">
      <dgm:prSet/>
      <dgm:spPr/>
      <dgm:t>
        <a:bodyPr/>
        <a:lstStyle/>
        <a:p>
          <a:endParaRPr lang="en-US"/>
        </a:p>
      </dgm:t>
    </dgm:pt>
    <dgm:pt modelId="{E938B3AB-189A-4D8E-A6B3-CC88E18A83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To minimize manual evaluation errors.</a:t>
          </a:r>
        </a:p>
      </dgm:t>
    </dgm:pt>
    <dgm:pt modelId="{0F96DFAB-84EE-44B4-BAE5-68726E63CF83}" type="parTrans" cxnId="{E0A5CD5E-18B9-4708-B441-C49AC6C38467}">
      <dgm:prSet/>
      <dgm:spPr/>
      <dgm:t>
        <a:bodyPr/>
        <a:lstStyle/>
        <a:p>
          <a:endParaRPr lang="en-US"/>
        </a:p>
      </dgm:t>
    </dgm:pt>
    <dgm:pt modelId="{C9B24972-2E9A-4835-BED4-BD72FF2E5B16}" type="sibTrans" cxnId="{E0A5CD5E-18B9-4708-B441-C49AC6C38467}">
      <dgm:prSet/>
      <dgm:spPr/>
      <dgm:t>
        <a:bodyPr/>
        <a:lstStyle/>
        <a:p>
          <a:endParaRPr lang="en-US"/>
        </a:p>
      </dgm:t>
    </dgm:pt>
    <dgm:pt modelId="{5F80C2EB-7053-4FF6-85EC-55BC1A642683}" type="pres">
      <dgm:prSet presAssocID="{4E52FC10-F6E3-41E4-94C9-57650C0D1FDA}" presName="root" presStyleCnt="0">
        <dgm:presLayoutVars>
          <dgm:dir/>
          <dgm:resizeHandles val="exact"/>
        </dgm:presLayoutVars>
      </dgm:prSet>
      <dgm:spPr/>
    </dgm:pt>
    <dgm:pt modelId="{37A8AFF2-6D80-497D-B279-41EA65558968}" type="pres">
      <dgm:prSet presAssocID="{A21C2DC6-23BE-4F92-A80B-5B95204A51F8}" presName="compNode" presStyleCnt="0"/>
      <dgm:spPr/>
    </dgm:pt>
    <dgm:pt modelId="{50D93AC4-5631-4707-A55B-FD5C2727AF05}" type="pres">
      <dgm:prSet presAssocID="{A21C2DC6-23BE-4F92-A80B-5B95204A51F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508082FA-464C-4C2E-8C38-3FC593C3C524}" type="pres">
      <dgm:prSet presAssocID="{A21C2DC6-23BE-4F92-A80B-5B95204A51F8}" presName="spaceRect" presStyleCnt="0"/>
      <dgm:spPr/>
    </dgm:pt>
    <dgm:pt modelId="{6299A2AD-6358-4206-B344-B8FFDC7F0396}" type="pres">
      <dgm:prSet presAssocID="{A21C2DC6-23BE-4F92-A80B-5B95204A51F8}" presName="textRect" presStyleLbl="revTx" presStyleIdx="0" presStyleCnt="4">
        <dgm:presLayoutVars>
          <dgm:chMax val="1"/>
          <dgm:chPref val="1"/>
        </dgm:presLayoutVars>
      </dgm:prSet>
      <dgm:spPr/>
    </dgm:pt>
    <dgm:pt modelId="{48FF6F3F-CBBA-455E-A1E7-99F83D50C7C8}" type="pres">
      <dgm:prSet presAssocID="{182848A0-3216-462B-8CC3-60795A837081}" presName="sibTrans" presStyleCnt="0"/>
      <dgm:spPr/>
    </dgm:pt>
    <dgm:pt modelId="{84D20B6F-AA11-4A9E-98FC-A8E811B2C09F}" type="pres">
      <dgm:prSet presAssocID="{0B90CCD2-662D-4F38-8ED3-6C61E36021EA}" presName="compNode" presStyleCnt="0"/>
      <dgm:spPr/>
    </dgm:pt>
    <dgm:pt modelId="{A7BCC6EC-C208-44E7-B52B-313BCDCE07B0}" type="pres">
      <dgm:prSet presAssocID="{0B90CCD2-662D-4F38-8ED3-6C61E36021E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4EA43275-CA8C-4ADC-BD9A-9EBFDF82B565}" type="pres">
      <dgm:prSet presAssocID="{0B90CCD2-662D-4F38-8ED3-6C61E36021EA}" presName="spaceRect" presStyleCnt="0"/>
      <dgm:spPr/>
    </dgm:pt>
    <dgm:pt modelId="{B2632B4B-9B5D-46B6-AF83-04BEC0DE4C0A}" type="pres">
      <dgm:prSet presAssocID="{0B90CCD2-662D-4F38-8ED3-6C61E36021EA}" presName="textRect" presStyleLbl="revTx" presStyleIdx="1" presStyleCnt="4">
        <dgm:presLayoutVars>
          <dgm:chMax val="1"/>
          <dgm:chPref val="1"/>
        </dgm:presLayoutVars>
      </dgm:prSet>
      <dgm:spPr/>
    </dgm:pt>
    <dgm:pt modelId="{9BAA0C6E-99A9-4620-9B7E-789E22E570FA}" type="pres">
      <dgm:prSet presAssocID="{3BF8F5FC-EEA4-497A-98CA-37E2C591D52C}" presName="sibTrans" presStyleCnt="0"/>
      <dgm:spPr/>
    </dgm:pt>
    <dgm:pt modelId="{65991DBF-D47F-4BCB-AEEA-84F7401B02C7}" type="pres">
      <dgm:prSet presAssocID="{51DDEB53-41A9-4B6B-A71C-0151D1759B31}" presName="compNode" presStyleCnt="0"/>
      <dgm:spPr/>
    </dgm:pt>
    <dgm:pt modelId="{C8B7B6C6-1DA6-41AA-A930-721F984A201E}" type="pres">
      <dgm:prSet presAssocID="{51DDEB53-41A9-4B6B-A71C-0151D1759B3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63921EFA-7F07-4747-9F3F-D6598089D3BF}" type="pres">
      <dgm:prSet presAssocID="{51DDEB53-41A9-4B6B-A71C-0151D1759B31}" presName="spaceRect" presStyleCnt="0"/>
      <dgm:spPr/>
    </dgm:pt>
    <dgm:pt modelId="{233E4C28-1D9E-405A-8EF7-ADE99F6AF162}" type="pres">
      <dgm:prSet presAssocID="{51DDEB53-41A9-4B6B-A71C-0151D1759B31}" presName="textRect" presStyleLbl="revTx" presStyleIdx="2" presStyleCnt="4">
        <dgm:presLayoutVars>
          <dgm:chMax val="1"/>
          <dgm:chPref val="1"/>
        </dgm:presLayoutVars>
      </dgm:prSet>
      <dgm:spPr/>
    </dgm:pt>
    <dgm:pt modelId="{1A186E95-0127-478C-B43A-954C109D2897}" type="pres">
      <dgm:prSet presAssocID="{2548D102-EEC5-435A-AF5E-08153AD8C809}" presName="sibTrans" presStyleCnt="0"/>
      <dgm:spPr/>
    </dgm:pt>
    <dgm:pt modelId="{93BF2A04-A4F1-4F05-9A8C-0CFA37A114E7}" type="pres">
      <dgm:prSet presAssocID="{E938B3AB-189A-4D8E-A6B3-CC88E18A8322}" presName="compNode" presStyleCnt="0"/>
      <dgm:spPr/>
    </dgm:pt>
    <dgm:pt modelId="{4D336D93-910E-45A5-87E5-481D7ED8B8B8}" type="pres">
      <dgm:prSet presAssocID="{E938B3AB-189A-4D8E-A6B3-CC88E18A832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F115118-B503-4FB7-8C4D-22E8DE1198F7}" type="pres">
      <dgm:prSet presAssocID="{E938B3AB-189A-4D8E-A6B3-CC88E18A8322}" presName="spaceRect" presStyleCnt="0"/>
      <dgm:spPr/>
    </dgm:pt>
    <dgm:pt modelId="{42CC99BB-799E-4E66-B662-61B70B6F23DC}" type="pres">
      <dgm:prSet presAssocID="{E938B3AB-189A-4D8E-A6B3-CC88E18A832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BE43B2A-45CB-4F96-B0D1-97A37C3F067A}" type="presOf" srcId="{0B90CCD2-662D-4F38-8ED3-6C61E36021EA}" destId="{B2632B4B-9B5D-46B6-AF83-04BEC0DE4C0A}" srcOrd="0" destOrd="0" presId="urn:microsoft.com/office/officeart/2018/2/layout/IconLabelList"/>
    <dgm:cxn modelId="{2292245D-8653-455C-AA5E-3E1841C4EEEC}" type="presOf" srcId="{51DDEB53-41A9-4B6B-A71C-0151D1759B31}" destId="{233E4C28-1D9E-405A-8EF7-ADE99F6AF162}" srcOrd="0" destOrd="0" presId="urn:microsoft.com/office/officeart/2018/2/layout/IconLabelList"/>
    <dgm:cxn modelId="{E0A5CD5E-18B9-4708-B441-C49AC6C38467}" srcId="{4E52FC10-F6E3-41E4-94C9-57650C0D1FDA}" destId="{E938B3AB-189A-4D8E-A6B3-CC88E18A8322}" srcOrd="3" destOrd="0" parTransId="{0F96DFAB-84EE-44B4-BAE5-68726E63CF83}" sibTransId="{C9B24972-2E9A-4835-BED4-BD72FF2E5B16}"/>
    <dgm:cxn modelId="{C0B1F971-3D91-42CA-942A-D2B3BCFB8C59}" srcId="{4E52FC10-F6E3-41E4-94C9-57650C0D1FDA}" destId="{A21C2DC6-23BE-4F92-A80B-5B95204A51F8}" srcOrd="0" destOrd="0" parTransId="{FD889F90-447E-441F-9ADF-D3FF03723BDC}" sibTransId="{182848A0-3216-462B-8CC3-60795A837081}"/>
    <dgm:cxn modelId="{5E65D17D-84A5-4473-8252-5CD7E40B37CE}" srcId="{4E52FC10-F6E3-41E4-94C9-57650C0D1FDA}" destId="{51DDEB53-41A9-4B6B-A71C-0151D1759B31}" srcOrd="2" destOrd="0" parTransId="{29BBB6B5-28A9-43C8-BE9B-832E0E5336B7}" sibTransId="{2548D102-EEC5-435A-AF5E-08153AD8C809}"/>
    <dgm:cxn modelId="{95E90EA5-3E1F-4FC5-A3A9-5513B52C4A99}" type="presOf" srcId="{E938B3AB-189A-4D8E-A6B3-CC88E18A8322}" destId="{42CC99BB-799E-4E66-B662-61B70B6F23DC}" srcOrd="0" destOrd="0" presId="urn:microsoft.com/office/officeart/2018/2/layout/IconLabelList"/>
    <dgm:cxn modelId="{F5FE41B5-B075-4FD2-86F7-654670496406}" type="presOf" srcId="{4E52FC10-F6E3-41E4-94C9-57650C0D1FDA}" destId="{5F80C2EB-7053-4FF6-85EC-55BC1A642683}" srcOrd="0" destOrd="0" presId="urn:microsoft.com/office/officeart/2018/2/layout/IconLabelList"/>
    <dgm:cxn modelId="{7E092FF8-E36D-40B0-A2AA-60C15F8D7288}" srcId="{4E52FC10-F6E3-41E4-94C9-57650C0D1FDA}" destId="{0B90CCD2-662D-4F38-8ED3-6C61E36021EA}" srcOrd="1" destOrd="0" parTransId="{EB010389-2189-40E2-97C2-6CB1661ACEFE}" sibTransId="{3BF8F5FC-EEA4-497A-98CA-37E2C591D52C}"/>
    <dgm:cxn modelId="{2F6124FB-E22E-476A-9362-E57CD23B1BA5}" type="presOf" srcId="{A21C2DC6-23BE-4F92-A80B-5B95204A51F8}" destId="{6299A2AD-6358-4206-B344-B8FFDC7F0396}" srcOrd="0" destOrd="0" presId="urn:microsoft.com/office/officeart/2018/2/layout/IconLabelList"/>
    <dgm:cxn modelId="{AC697A1A-9DEC-469C-83B0-0992DC3169C5}" type="presParOf" srcId="{5F80C2EB-7053-4FF6-85EC-55BC1A642683}" destId="{37A8AFF2-6D80-497D-B279-41EA65558968}" srcOrd="0" destOrd="0" presId="urn:microsoft.com/office/officeart/2018/2/layout/IconLabelList"/>
    <dgm:cxn modelId="{1DC21CD6-0249-4BEA-890A-C42DEB9CE16C}" type="presParOf" srcId="{37A8AFF2-6D80-497D-B279-41EA65558968}" destId="{50D93AC4-5631-4707-A55B-FD5C2727AF05}" srcOrd="0" destOrd="0" presId="urn:microsoft.com/office/officeart/2018/2/layout/IconLabelList"/>
    <dgm:cxn modelId="{99C9934F-91B7-4D5E-AA21-CC95BB6DAEE4}" type="presParOf" srcId="{37A8AFF2-6D80-497D-B279-41EA65558968}" destId="{508082FA-464C-4C2E-8C38-3FC593C3C524}" srcOrd="1" destOrd="0" presId="urn:microsoft.com/office/officeart/2018/2/layout/IconLabelList"/>
    <dgm:cxn modelId="{615C1958-9BAA-4730-956D-64A1B952E27E}" type="presParOf" srcId="{37A8AFF2-6D80-497D-B279-41EA65558968}" destId="{6299A2AD-6358-4206-B344-B8FFDC7F0396}" srcOrd="2" destOrd="0" presId="urn:microsoft.com/office/officeart/2018/2/layout/IconLabelList"/>
    <dgm:cxn modelId="{970E440A-F830-482D-9404-021D7E0ED2B5}" type="presParOf" srcId="{5F80C2EB-7053-4FF6-85EC-55BC1A642683}" destId="{48FF6F3F-CBBA-455E-A1E7-99F83D50C7C8}" srcOrd="1" destOrd="0" presId="urn:microsoft.com/office/officeart/2018/2/layout/IconLabelList"/>
    <dgm:cxn modelId="{7D8ED2C5-84D9-4300-8307-F49AD0CF85B5}" type="presParOf" srcId="{5F80C2EB-7053-4FF6-85EC-55BC1A642683}" destId="{84D20B6F-AA11-4A9E-98FC-A8E811B2C09F}" srcOrd="2" destOrd="0" presId="urn:microsoft.com/office/officeart/2018/2/layout/IconLabelList"/>
    <dgm:cxn modelId="{10B6D09F-D68E-4313-95A3-642B8FB95650}" type="presParOf" srcId="{84D20B6F-AA11-4A9E-98FC-A8E811B2C09F}" destId="{A7BCC6EC-C208-44E7-B52B-313BCDCE07B0}" srcOrd="0" destOrd="0" presId="urn:microsoft.com/office/officeart/2018/2/layout/IconLabelList"/>
    <dgm:cxn modelId="{E4C16229-185C-404D-9565-673762C62131}" type="presParOf" srcId="{84D20B6F-AA11-4A9E-98FC-A8E811B2C09F}" destId="{4EA43275-CA8C-4ADC-BD9A-9EBFDF82B565}" srcOrd="1" destOrd="0" presId="urn:microsoft.com/office/officeart/2018/2/layout/IconLabelList"/>
    <dgm:cxn modelId="{CC778755-A501-40CD-9B58-B31B5589A34B}" type="presParOf" srcId="{84D20B6F-AA11-4A9E-98FC-A8E811B2C09F}" destId="{B2632B4B-9B5D-46B6-AF83-04BEC0DE4C0A}" srcOrd="2" destOrd="0" presId="urn:microsoft.com/office/officeart/2018/2/layout/IconLabelList"/>
    <dgm:cxn modelId="{E5C4F638-7066-43C2-9D0C-FE1EC7A043E0}" type="presParOf" srcId="{5F80C2EB-7053-4FF6-85EC-55BC1A642683}" destId="{9BAA0C6E-99A9-4620-9B7E-789E22E570FA}" srcOrd="3" destOrd="0" presId="urn:microsoft.com/office/officeart/2018/2/layout/IconLabelList"/>
    <dgm:cxn modelId="{16521DFF-BEF5-4513-8603-A03123CB1346}" type="presParOf" srcId="{5F80C2EB-7053-4FF6-85EC-55BC1A642683}" destId="{65991DBF-D47F-4BCB-AEEA-84F7401B02C7}" srcOrd="4" destOrd="0" presId="urn:microsoft.com/office/officeart/2018/2/layout/IconLabelList"/>
    <dgm:cxn modelId="{425324F4-9AB7-4DF7-83BE-F75EEFD88FEC}" type="presParOf" srcId="{65991DBF-D47F-4BCB-AEEA-84F7401B02C7}" destId="{C8B7B6C6-1DA6-41AA-A930-721F984A201E}" srcOrd="0" destOrd="0" presId="urn:microsoft.com/office/officeart/2018/2/layout/IconLabelList"/>
    <dgm:cxn modelId="{6188B87B-F195-45FC-B85B-97FADEE13A1C}" type="presParOf" srcId="{65991DBF-D47F-4BCB-AEEA-84F7401B02C7}" destId="{63921EFA-7F07-4747-9F3F-D6598089D3BF}" srcOrd="1" destOrd="0" presId="urn:microsoft.com/office/officeart/2018/2/layout/IconLabelList"/>
    <dgm:cxn modelId="{E780A58D-5BB1-4B45-A066-1F90A3BEF399}" type="presParOf" srcId="{65991DBF-D47F-4BCB-AEEA-84F7401B02C7}" destId="{233E4C28-1D9E-405A-8EF7-ADE99F6AF162}" srcOrd="2" destOrd="0" presId="urn:microsoft.com/office/officeart/2018/2/layout/IconLabelList"/>
    <dgm:cxn modelId="{47A1358F-3678-4BAC-B579-5288E26ED953}" type="presParOf" srcId="{5F80C2EB-7053-4FF6-85EC-55BC1A642683}" destId="{1A186E95-0127-478C-B43A-954C109D2897}" srcOrd="5" destOrd="0" presId="urn:microsoft.com/office/officeart/2018/2/layout/IconLabelList"/>
    <dgm:cxn modelId="{9F5BE842-FD12-4E2A-AC0F-72935BE9430D}" type="presParOf" srcId="{5F80C2EB-7053-4FF6-85EC-55BC1A642683}" destId="{93BF2A04-A4F1-4F05-9A8C-0CFA37A114E7}" srcOrd="6" destOrd="0" presId="urn:microsoft.com/office/officeart/2018/2/layout/IconLabelList"/>
    <dgm:cxn modelId="{808547EA-9F9B-451B-ABBF-8B4D336BC7E5}" type="presParOf" srcId="{93BF2A04-A4F1-4F05-9A8C-0CFA37A114E7}" destId="{4D336D93-910E-45A5-87E5-481D7ED8B8B8}" srcOrd="0" destOrd="0" presId="urn:microsoft.com/office/officeart/2018/2/layout/IconLabelList"/>
    <dgm:cxn modelId="{D447018F-5E67-4A9C-B7B1-23276B656551}" type="presParOf" srcId="{93BF2A04-A4F1-4F05-9A8C-0CFA37A114E7}" destId="{0F115118-B503-4FB7-8C4D-22E8DE1198F7}" srcOrd="1" destOrd="0" presId="urn:microsoft.com/office/officeart/2018/2/layout/IconLabelList"/>
    <dgm:cxn modelId="{3574783B-C6ED-4D39-A713-D1059C7CBAB8}" type="presParOf" srcId="{93BF2A04-A4F1-4F05-9A8C-0CFA37A114E7}" destId="{42CC99BB-799E-4E66-B662-61B70B6F23D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3CACAA-932E-452B-A847-06B60F3ED7E4}" type="doc">
      <dgm:prSet loTypeId="urn:microsoft.com/office/officeart/2008/layout/LinedList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10D46FD-2B51-4E2E-90BA-7040BEB7C8A4}">
      <dgm:prSet/>
      <dgm:spPr/>
      <dgm:t>
        <a:bodyPr/>
        <a:lstStyle/>
        <a:p>
          <a:r>
            <a:rPr lang="en-US"/>
            <a:t>1. Data Collection</a:t>
          </a:r>
        </a:p>
      </dgm:t>
    </dgm:pt>
    <dgm:pt modelId="{9A6646E2-E458-4D29-8352-F3CBFCCE03FF}" type="parTrans" cxnId="{0E4738CF-598F-4156-B189-FF4507B6517D}">
      <dgm:prSet/>
      <dgm:spPr/>
      <dgm:t>
        <a:bodyPr/>
        <a:lstStyle/>
        <a:p>
          <a:endParaRPr lang="en-US"/>
        </a:p>
      </dgm:t>
    </dgm:pt>
    <dgm:pt modelId="{66D1F8EC-5997-485B-B765-CEA5411E6301}" type="sibTrans" cxnId="{0E4738CF-598F-4156-B189-FF4507B6517D}">
      <dgm:prSet/>
      <dgm:spPr/>
      <dgm:t>
        <a:bodyPr/>
        <a:lstStyle/>
        <a:p>
          <a:endParaRPr lang="en-US"/>
        </a:p>
      </dgm:t>
    </dgm:pt>
    <dgm:pt modelId="{09B72A2D-DB4C-4182-8F54-CC7614C1CBD5}">
      <dgm:prSet/>
      <dgm:spPr/>
      <dgm:t>
        <a:bodyPr/>
        <a:lstStyle/>
        <a:p>
          <a:r>
            <a:rPr lang="en-US"/>
            <a:t>2. Data Preprocessing</a:t>
          </a:r>
        </a:p>
      </dgm:t>
    </dgm:pt>
    <dgm:pt modelId="{FC2CF361-E8E4-431C-9E61-4FC4C04612E7}" type="parTrans" cxnId="{14EE9D2F-85B2-42C7-AF11-302FB285C331}">
      <dgm:prSet/>
      <dgm:spPr/>
      <dgm:t>
        <a:bodyPr/>
        <a:lstStyle/>
        <a:p>
          <a:endParaRPr lang="en-US"/>
        </a:p>
      </dgm:t>
    </dgm:pt>
    <dgm:pt modelId="{392BFDF5-EF61-48C7-8D37-D6896B8CC2A4}" type="sibTrans" cxnId="{14EE9D2F-85B2-42C7-AF11-302FB285C331}">
      <dgm:prSet/>
      <dgm:spPr/>
      <dgm:t>
        <a:bodyPr/>
        <a:lstStyle/>
        <a:p>
          <a:endParaRPr lang="en-US"/>
        </a:p>
      </dgm:t>
    </dgm:pt>
    <dgm:pt modelId="{5AF2435C-186E-4615-98A6-5014111C6B20}">
      <dgm:prSet/>
      <dgm:spPr/>
      <dgm:t>
        <a:bodyPr/>
        <a:lstStyle/>
        <a:p>
          <a:r>
            <a:rPr lang="en-US"/>
            <a:t>3. Feature Selection</a:t>
          </a:r>
        </a:p>
      </dgm:t>
    </dgm:pt>
    <dgm:pt modelId="{173CE13F-4343-4FDE-B5F5-DA1960935FB9}" type="parTrans" cxnId="{CFC240A9-6D33-4C40-8118-D5901DA7E034}">
      <dgm:prSet/>
      <dgm:spPr/>
      <dgm:t>
        <a:bodyPr/>
        <a:lstStyle/>
        <a:p>
          <a:endParaRPr lang="en-US"/>
        </a:p>
      </dgm:t>
    </dgm:pt>
    <dgm:pt modelId="{3FB296D0-0DFC-410F-91E6-296BCBCDC43E}" type="sibTrans" cxnId="{CFC240A9-6D33-4C40-8118-D5901DA7E034}">
      <dgm:prSet/>
      <dgm:spPr/>
      <dgm:t>
        <a:bodyPr/>
        <a:lstStyle/>
        <a:p>
          <a:endParaRPr lang="en-US"/>
        </a:p>
      </dgm:t>
    </dgm:pt>
    <dgm:pt modelId="{5C441356-22E7-40DC-9FD5-358F19A8E2A1}">
      <dgm:prSet/>
      <dgm:spPr/>
      <dgm:t>
        <a:bodyPr/>
        <a:lstStyle/>
        <a:p>
          <a:r>
            <a:rPr lang="en-US"/>
            <a:t>4. Model Training (Machine Learning)</a:t>
          </a:r>
        </a:p>
      </dgm:t>
    </dgm:pt>
    <dgm:pt modelId="{EEB79158-C63F-4ABA-8B38-AF1C7302FB18}" type="parTrans" cxnId="{B94850A5-8214-47DC-A6A3-10EC818A89E7}">
      <dgm:prSet/>
      <dgm:spPr/>
      <dgm:t>
        <a:bodyPr/>
        <a:lstStyle/>
        <a:p>
          <a:endParaRPr lang="en-US"/>
        </a:p>
      </dgm:t>
    </dgm:pt>
    <dgm:pt modelId="{E27A8C89-3978-423C-BF68-6DDB130735D9}" type="sibTrans" cxnId="{B94850A5-8214-47DC-A6A3-10EC818A89E7}">
      <dgm:prSet/>
      <dgm:spPr/>
      <dgm:t>
        <a:bodyPr/>
        <a:lstStyle/>
        <a:p>
          <a:endParaRPr lang="en-US"/>
        </a:p>
      </dgm:t>
    </dgm:pt>
    <dgm:pt modelId="{34230203-4879-4086-B1E5-A13CA7F1B6BA}">
      <dgm:prSet/>
      <dgm:spPr/>
      <dgm:t>
        <a:bodyPr/>
        <a:lstStyle/>
        <a:p>
          <a:r>
            <a:rPr lang="en-US"/>
            <a:t>5. Prediction</a:t>
          </a:r>
        </a:p>
      </dgm:t>
    </dgm:pt>
    <dgm:pt modelId="{160F8320-2BE1-466D-AA64-CAFEDD18CA23}" type="parTrans" cxnId="{148609E3-ED72-4A72-89FE-81AFB6EF7B26}">
      <dgm:prSet/>
      <dgm:spPr/>
      <dgm:t>
        <a:bodyPr/>
        <a:lstStyle/>
        <a:p>
          <a:endParaRPr lang="en-US"/>
        </a:p>
      </dgm:t>
    </dgm:pt>
    <dgm:pt modelId="{232C59C6-7975-45C2-80C7-FA210EDDD78F}" type="sibTrans" cxnId="{148609E3-ED72-4A72-89FE-81AFB6EF7B26}">
      <dgm:prSet/>
      <dgm:spPr/>
      <dgm:t>
        <a:bodyPr/>
        <a:lstStyle/>
        <a:p>
          <a:endParaRPr lang="en-US"/>
        </a:p>
      </dgm:t>
    </dgm:pt>
    <dgm:pt modelId="{F71A4B0C-895C-41B8-A586-5D08C4E3AA79}">
      <dgm:prSet/>
      <dgm:spPr/>
      <dgm:t>
        <a:bodyPr/>
        <a:lstStyle/>
        <a:p>
          <a:r>
            <a:rPr lang="en-US"/>
            <a:t>6. Result Interpretation</a:t>
          </a:r>
        </a:p>
      </dgm:t>
    </dgm:pt>
    <dgm:pt modelId="{AB05E40E-C4FC-4AE7-B2DE-3620401E3810}" type="parTrans" cxnId="{1DA84CD1-4FA2-4E62-9861-BD27A0DEF4FA}">
      <dgm:prSet/>
      <dgm:spPr/>
      <dgm:t>
        <a:bodyPr/>
        <a:lstStyle/>
        <a:p>
          <a:endParaRPr lang="en-US"/>
        </a:p>
      </dgm:t>
    </dgm:pt>
    <dgm:pt modelId="{E64321D8-2742-475E-BDC0-CDB295242568}" type="sibTrans" cxnId="{1DA84CD1-4FA2-4E62-9861-BD27A0DEF4FA}">
      <dgm:prSet/>
      <dgm:spPr/>
      <dgm:t>
        <a:bodyPr/>
        <a:lstStyle/>
        <a:p>
          <a:endParaRPr lang="en-US"/>
        </a:p>
      </dgm:t>
    </dgm:pt>
    <dgm:pt modelId="{93AD972F-7943-401A-B314-398FA9B2A2CA}">
      <dgm:prSet/>
      <dgm:spPr/>
      <dgm:t>
        <a:bodyPr/>
        <a:lstStyle/>
        <a:p>
          <a:r>
            <a:rPr lang="en-US"/>
            <a:t>The system follows a structured data science pipeline for prediction.</a:t>
          </a:r>
        </a:p>
      </dgm:t>
    </dgm:pt>
    <dgm:pt modelId="{0F8CA833-CFAD-488C-A593-E5046E40BAED}" type="parTrans" cxnId="{985C2156-5877-4C1C-A863-61AAEDFA43CE}">
      <dgm:prSet/>
      <dgm:spPr/>
      <dgm:t>
        <a:bodyPr/>
        <a:lstStyle/>
        <a:p>
          <a:endParaRPr lang="en-US"/>
        </a:p>
      </dgm:t>
    </dgm:pt>
    <dgm:pt modelId="{935A23E9-69ED-4873-81E1-76C67EE36077}" type="sibTrans" cxnId="{985C2156-5877-4C1C-A863-61AAEDFA43CE}">
      <dgm:prSet/>
      <dgm:spPr/>
      <dgm:t>
        <a:bodyPr/>
        <a:lstStyle/>
        <a:p>
          <a:endParaRPr lang="en-US"/>
        </a:p>
      </dgm:t>
    </dgm:pt>
    <dgm:pt modelId="{3B2EE363-9931-B04E-AB56-D1E70BF06A4C}" type="pres">
      <dgm:prSet presAssocID="{B63CACAA-932E-452B-A847-06B60F3ED7E4}" presName="vert0" presStyleCnt="0">
        <dgm:presLayoutVars>
          <dgm:dir/>
          <dgm:animOne val="branch"/>
          <dgm:animLvl val="lvl"/>
        </dgm:presLayoutVars>
      </dgm:prSet>
      <dgm:spPr/>
    </dgm:pt>
    <dgm:pt modelId="{A8D8B462-2794-D34F-A5F9-D9A55CAB50B9}" type="pres">
      <dgm:prSet presAssocID="{D10D46FD-2B51-4E2E-90BA-7040BEB7C8A4}" presName="thickLine" presStyleLbl="alignNode1" presStyleIdx="0" presStyleCnt="7"/>
      <dgm:spPr/>
    </dgm:pt>
    <dgm:pt modelId="{6B8D259D-2584-7B44-A5C2-A1A792CBE9D6}" type="pres">
      <dgm:prSet presAssocID="{D10D46FD-2B51-4E2E-90BA-7040BEB7C8A4}" presName="horz1" presStyleCnt="0"/>
      <dgm:spPr/>
    </dgm:pt>
    <dgm:pt modelId="{050703C1-8A3A-AC41-AC3D-4D0974ECE308}" type="pres">
      <dgm:prSet presAssocID="{D10D46FD-2B51-4E2E-90BA-7040BEB7C8A4}" presName="tx1" presStyleLbl="revTx" presStyleIdx="0" presStyleCnt="7"/>
      <dgm:spPr/>
    </dgm:pt>
    <dgm:pt modelId="{2099137C-ECAA-CE4D-AAE3-3FD6B5FF1CBB}" type="pres">
      <dgm:prSet presAssocID="{D10D46FD-2B51-4E2E-90BA-7040BEB7C8A4}" presName="vert1" presStyleCnt="0"/>
      <dgm:spPr/>
    </dgm:pt>
    <dgm:pt modelId="{BC004A53-1655-BB4A-8D72-444DAE48E88C}" type="pres">
      <dgm:prSet presAssocID="{09B72A2D-DB4C-4182-8F54-CC7614C1CBD5}" presName="thickLine" presStyleLbl="alignNode1" presStyleIdx="1" presStyleCnt="7"/>
      <dgm:spPr/>
    </dgm:pt>
    <dgm:pt modelId="{690001B2-05ED-8548-8739-A2A0FB4F84A8}" type="pres">
      <dgm:prSet presAssocID="{09B72A2D-DB4C-4182-8F54-CC7614C1CBD5}" presName="horz1" presStyleCnt="0"/>
      <dgm:spPr/>
    </dgm:pt>
    <dgm:pt modelId="{5B9A58FA-DD4A-0B42-BDDE-776BFA805895}" type="pres">
      <dgm:prSet presAssocID="{09B72A2D-DB4C-4182-8F54-CC7614C1CBD5}" presName="tx1" presStyleLbl="revTx" presStyleIdx="1" presStyleCnt="7"/>
      <dgm:spPr/>
    </dgm:pt>
    <dgm:pt modelId="{64EC9F60-135B-574C-9DDA-17D118296F62}" type="pres">
      <dgm:prSet presAssocID="{09B72A2D-DB4C-4182-8F54-CC7614C1CBD5}" presName="vert1" presStyleCnt="0"/>
      <dgm:spPr/>
    </dgm:pt>
    <dgm:pt modelId="{3BCA4AA5-BFCA-074F-A03B-701434B6602E}" type="pres">
      <dgm:prSet presAssocID="{5AF2435C-186E-4615-98A6-5014111C6B20}" presName="thickLine" presStyleLbl="alignNode1" presStyleIdx="2" presStyleCnt="7"/>
      <dgm:spPr/>
    </dgm:pt>
    <dgm:pt modelId="{9581C232-30CF-3041-AD0D-98BD0521AE40}" type="pres">
      <dgm:prSet presAssocID="{5AF2435C-186E-4615-98A6-5014111C6B20}" presName="horz1" presStyleCnt="0"/>
      <dgm:spPr/>
    </dgm:pt>
    <dgm:pt modelId="{FC9D1B68-C00C-C14A-8A87-CF14F8B0FE3E}" type="pres">
      <dgm:prSet presAssocID="{5AF2435C-186E-4615-98A6-5014111C6B20}" presName="tx1" presStyleLbl="revTx" presStyleIdx="2" presStyleCnt="7"/>
      <dgm:spPr/>
    </dgm:pt>
    <dgm:pt modelId="{2658259E-3D63-EC4A-BF51-E765C4DFF20E}" type="pres">
      <dgm:prSet presAssocID="{5AF2435C-186E-4615-98A6-5014111C6B20}" presName="vert1" presStyleCnt="0"/>
      <dgm:spPr/>
    </dgm:pt>
    <dgm:pt modelId="{5AB6CD68-2308-2340-AD8C-7A9CE083BA11}" type="pres">
      <dgm:prSet presAssocID="{5C441356-22E7-40DC-9FD5-358F19A8E2A1}" presName="thickLine" presStyleLbl="alignNode1" presStyleIdx="3" presStyleCnt="7"/>
      <dgm:spPr/>
    </dgm:pt>
    <dgm:pt modelId="{8C2A6411-020E-544A-A69D-21233AA99F0E}" type="pres">
      <dgm:prSet presAssocID="{5C441356-22E7-40DC-9FD5-358F19A8E2A1}" presName="horz1" presStyleCnt="0"/>
      <dgm:spPr/>
    </dgm:pt>
    <dgm:pt modelId="{8AA5707D-3B85-3E45-99B5-26A9F6AC846C}" type="pres">
      <dgm:prSet presAssocID="{5C441356-22E7-40DC-9FD5-358F19A8E2A1}" presName="tx1" presStyleLbl="revTx" presStyleIdx="3" presStyleCnt="7"/>
      <dgm:spPr/>
    </dgm:pt>
    <dgm:pt modelId="{8981E13A-AF96-B340-BA7A-5AB55A8AFF15}" type="pres">
      <dgm:prSet presAssocID="{5C441356-22E7-40DC-9FD5-358F19A8E2A1}" presName="vert1" presStyleCnt="0"/>
      <dgm:spPr/>
    </dgm:pt>
    <dgm:pt modelId="{EC3B89A9-E29F-474B-9FB0-035E24155E67}" type="pres">
      <dgm:prSet presAssocID="{34230203-4879-4086-B1E5-A13CA7F1B6BA}" presName="thickLine" presStyleLbl="alignNode1" presStyleIdx="4" presStyleCnt="7"/>
      <dgm:spPr/>
    </dgm:pt>
    <dgm:pt modelId="{C8CC8E3B-50D6-3943-B35D-9074611E6C31}" type="pres">
      <dgm:prSet presAssocID="{34230203-4879-4086-B1E5-A13CA7F1B6BA}" presName="horz1" presStyleCnt="0"/>
      <dgm:spPr/>
    </dgm:pt>
    <dgm:pt modelId="{3FE4129E-7E31-E24D-A3E8-887790F45FA5}" type="pres">
      <dgm:prSet presAssocID="{34230203-4879-4086-B1E5-A13CA7F1B6BA}" presName="tx1" presStyleLbl="revTx" presStyleIdx="4" presStyleCnt="7"/>
      <dgm:spPr/>
    </dgm:pt>
    <dgm:pt modelId="{BFDCF71B-AB09-9F43-B398-12153EC83BE1}" type="pres">
      <dgm:prSet presAssocID="{34230203-4879-4086-B1E5-A13CA7F1B6BA}" presName="vert1" presStyleCnt="0"/>
      <dgm:spPr/>
    </dgm:pt>
    <dgm:pt modelId="{CAD5D144-7DA5-7C4E-8D69-88FF80DD592F}" type="pres">
      <dgm:prSet presAssocID="{F71A4B0C-895C-41B8-A586-5D08C4E3AA79}" presName="thickLine" presStyleLbl="alignNode1" presStyleIdx="5" presStyleCnt="7"/>
      <dgm:spPr/>
    </dgm:pt>
    <dgm:pt modelId="{32CA9403-ACED-8E47-84A8-9508C969BF8E}" type="pres">
      <dgm:prSet presAssocID="{F71A4B0C-895C-41B8-A586-5D08C4E3AA79}" presName="horz1" presStyleCnt="0"/>
      <dgm:spPr/>
    </dgm:pt>
    <dgm:pt modelId="{4F026B03-A9A4-B74E-8C73-EA195F12C1AA}" type="pres">
      <dgm:prSet presAssocID="{F71A4B0C-895C-41B8-A586-5D08C4E3AA79}" presName="tx1" presStyleLbl="revTx" presStyleIdx="5" presStyleCnt="7"/>
      <dgm:spPr/>
    </dgm:pt>
    <dgm:pt modelId="{36624A8A-AA28-C946-A568-76E37CB0703D}" type="pres">
      <dgm:prSet presAssocID="{F71A4B0C-895C-41B8-A586-5D08C4E3AA79}" presName="vert1" presStyleCnt="0"/>
      <dgm:spPr/>
    </dgm:pt>
    <dgm:pt modelId="{3C1D53F6-4D64-9F4B-B6DC-81D834935B85}" type="pres">
      <dgm:prSet presAssocID="{93AD972F-7943-401A-B314-398FA9B2A2CA}" presName="thickLine" presStyleLbl="alignNode1" presStyleIdx="6" presStyleCnt="7"/>
      <dgm:spPr/>
    </dgm:pt>
    <dgm:pt modelId="{1C84D820-B998-6C48-B468-CDFEEBAB1C2E}" type="pres">
      <dgm:prSet presAssocID="{93AD972F-7943-401A-B314-398FA9B2A2CA}" presName="horz1" presStyleCnt="0"/>
      <dgm:spPr/>
    </dgm:pt>
    <dgm:pt modelId="{5172340B-6B7A-854B-AE4A-398C6E0614E2}" type="pres">
      <dgm:prSet presAssocID="{93AD972F-7943-401A-B314-398FA9B2A2CA}" presName="tx1" presStyleLbl="revTx" presStyleIdx="6" presStyleCnt="7"/>
      <dgm:spPr/>
    </dgm:pt>
    <dgm:pt modelId="{6928A04F-BA19-7540-8ED6-AB88597A1517}" type="pres">
      <dgm:prSet presAssocID="{93AD972F-7943-401A-B314-398FA9B2A2CA}" presName="vert1" presStyleCnt="0"/>
      <dgm:spPr/>
    </dgm:pt>
  </dgm:ptLst>
  <dgm:cxnLst>
    <dgm:cxn modelId="{9931C928-8644-CA44-A73B-375C8B0CC3FE}" type="presOf" srcId="{09B72A2D-DB4C-4182-8F54-CC7614C1CBD5}" destId="{5B9A58FA-DD4A-0B42-BDDE-776BFA805895}" srcOrd="0" destOrd="0" presId="urn:microsoft.com/office/officeart/2008/layout/LinedList"/>
    <dgm:cxn modelId="{14EE9D2F-85B2-42C7-AF11-302FB285C331}" srcId="{B63CACAA-932E-452B-A847-06B60F3ED7E4}" destId="{09B72A2D-DB4C-4182-8F54-CC7614C1CBD5}" srcOrd="1" destOrd="0" parTransId="{FC2CF361-E8E4-431C-9E61-4FC4C04612E7}" sibTransId="{392BFDF5-EF61-48C7-8D37-D6896B8CC2A4}"/>
    <dgm:cxn modelId="{5B34E42F-ADAD-B848-9037-F024E3705475}" type="presOf" srcId="{D10D46FD-2B51-4E2E-90BA-7040BEB7C8A4}" destId="{050703C1-8A3A-AC41-AC3D-4D0974ECE308}" srcOrd="0" destOrd="0" presId="urn:microsoft.com/office/officeart/2008/layout/LinedList"/>
    <dgm:cxn modelId="{FD098055-FE7A-8C4F-B478-ADD94F4749A6}" type="presOf" srcId="{B63CACAA-932E-452B-A847-06B60F3ED7E4}" destId="{3B2EE363-9931-B04E-AB56-D1E70BF06A4C}" srcOrd="0" destOrd="0" presId="urn:microsoft.com/office/officeart/2008/layout/LinedList"/>
    <dgm:cxn modelId="{985C2156-5877-4C1C-A863-61AAEDFA43CE}" srcId="{B63CACAA-932E-452B-A847-06B60F3ED7E4}" destId="{93AD972F-7943-401A-B314-398FA9B2A2CA}" srcOrd="6" destOrd="0" parTransId="{0F8CA833-CFAD-488C-A593-E5046E40BAED}" sibTransId="{935A23E9-69ED-4873-81E1-76C67EE36077}"/>
    <dgm:cxn modelId="{A910B862-8298-A44D-88CB-987E976B041E}" type="presOf" srcId="{5C441356-22E7-40DC-9FD5-358F19A8E2A1}" destId="{8AA5707D-3B85-3E45-99B5-26A9F6AC846C}" srcOrd="0" destOrd="0" presId="urn:microsoft.com/office/officeart/2008/layout/LinedList"/>
    <dgm:cxn modelId="{76F95275-B49F-5744-BE2E-7B9035A37B37}" type="presOf" srcId="{93AD972F-7943-401A-B314-398FA9B2A2CA}" destId="{5172340B-6B7A-854B-AE4A-398C6E0614E2}" srcOrd="0" destOrd="0" presId="urn:microsoft.com/office/officeart/2008/layout/LinedList"/>
    <dgm:cxn modelId="{AB04698C-AFA8-0341-8D1E-5E3908F1D908}" type="presOf" srcId="{F71A4B0C-895C-41B8-A586-5D08C4E3AA79}" destId="{4F026B03-A9A4-B74E-8C73-EA195F12C1AA}" srcOrd="0" destOrd="0" presId="urn:microsoft.com/office/officeart/2008/layout/LinedList"/>
    <dgm:cxn modelId="{B94850A5-8214-47DC-A6A3-10EC818A89E7}" srcId="{B63CACAA-932E-452B-A847-06B60F3ED7E4}" destId="{5C441356-22E7-40DC-9FD5-358F19A8E2A1}" srcOrd="3" destOrd="0" parTransId="{EEB79158-C63F-4ABA-8B38-AF1C7302FB18}" sibTransId="{E27A8C89-3978-423C-BF68-6DDB130735D9}"/>
    <dgm:cxn modelId="{CFC240A9-6D33-4C40-8118-D5901DA7E034}" srcId="{B63CACAA-932E-452B-A847-06B60F3ED7E4}" destId="{5AF2435C-186E-4615-98A6-5014111C6B20}" srcOrd="2" destOrd="0" parTransId="{173CE13F-4343-4FDE-B5F5-DA1960935FB9}" sibTransId="{3FB296D0-0DFC-410F-91E6-296BCBCDC43E}"/>
    <dgm:cxn modelId="{0E4738CF-598F-4156-B189-FF4507B6517D}" srcId="{B63CACAA-932E-452B-A847-06B60F3ED7E4}" destId="{D10D46FD-2B51-4E2E-90BA-7040BEB7C8A4}" srcOrd="0" destOrd="0" parTransId="{9A6646E2-E458-4D29-8352-F3CBFCCE03FF}" sibTransId="{66D1F8EC-5997-485B-B765-CEA5411E6301}"/>
    <dgm:cxn modelId="{1DA84CD1-4FA2-4E62-9861-BD27A0DEF4FA}" srcId="{B63CACAA-932E-452B-A847-06B60F3ED7E4}" destId="{F71A4B0C-895C-41B8-A586-5D08C4E3AA79}" srcOrd="5" destOrd="0" parTransId="{AB05E40E-C4FC-4AE7-B2DE-3620401E3810}" sibTransId="{E64321D8-2742-475E-BDC0-CDB295242568}"/>
    <dgm:cxn modelId="{148609E3-ED72-4A72-89FE-81AFB6EF7B26}" srcId="{B63CACAA-932E-452B-A847-06B60F3ED7E4}" destId="{34230203-4879-4086-B1E5-A13CA7F1B6BA}" srcOrd="4" destOrd="0" parTransId="{160F8320-2BE1-466D-AA64-CAFEDD18CA23}" sibTransId="{232C59C6-7975-45C2-80C7-FA210EDDD78F}"/>
    <dgm:cxn modelId="{391BD2E4-FFE9-CA45-B278-DF7CD75A4FBF}" type="presOf" srcId="{5AF2435C-186E-4615-98A6-5014111C6B20}" destId="{FC9D1B68-C00C-C14A-8A87-CF14F8B0FE3E}" srcOrd="0" destOrd="0" presId="urn:microsoft.com/office/officeart/2008/layout/LinedList"/>
    <dgm:cxn modelId="{F40A0AE9-0628-3E43-9530-1047BC1A3A95}" type="presOf" srcId="{34230203-4879-4086-B1E5-A13CA7F1B6BA}" destId="{3FE4129E-7E31-E24D-A3E8-887790F45FA5}" srcOrd="0" destOrd="0" presId="urn:microsoft.com/office/officeart/2008/layout/LinedList"/>
    <dgm:cxn modelId="{249DCF07-F298-C045-B551-AD217CAE7115}" type="presParOf" srcId="{3B2EE363-9931-B04E-AB56-D1E70BF06A4C}" destId="{A8D8B462-2794-D34F-A5F9-D9A55CAB50B9}" srcOrd="0" destOrd="0" presId="urn:microsoft.com/office/officeart/2008/layout/LinedList"/>
    <dgm:cxn modelId="{688FCF22-E58A-0840-8048-5B808B5356B1}" type="presParOf" srcId="{3B2EE363-9931-B04E-AB56-D1E70BF06A4C}" destId="{6B8D259D-2584-7B44-A5C2-A1A792CBE9D6}" srcOrd="1" destOrd="0" presId="urn:microsoft.com/office/officeart/2008/layout/LinedList"/>
    <dgm:cxn modelId="{B5B2D9E4-53A6-FA4B-A6A9-1AFFD4DFC795}" type="presParOf" srcId="{6B8D259D-2584-7B44-A5C2-A1A792CBE9D6}" destId="{050703C1-8A3A-AC41-AC3D-4D0974ECE308}" srcOrd="0" destOrd="0" presId="urn:microsoft.com/office/officeart/2008/layout/LinedList"/>
    <dgm:cxn modelId="{9C761832-0144-5042-A955-B87AB1E39D84}" type="presParOf" srcId="{6B8D259D-2584-7B44-A5C2-A1A792CBE9D6}" destId="{2099137C-ECAA-CE4D-AAE3-3FD6B5FF1CBB}" srcOrd="1" destOrd="0" presId="urn:microsoft.com/office/officeart/2008/layout/LinedList"/>
    <dgm:cxn modelId="{96508127-E328-EC41-BEFC-84476F03146F}" type="presParOf" srcId="{3B2EE363-9931-B04E-AB56-D1E70BF06A4C}" destId="{BC004A53-1655-BB4A-8D72-444DAE48E88C}" srcOrd="2" destOrd="0" presId="urn:microsoft.com/office/officeart/2008/layout/LinedList"/>
    <dgm:cxn modelId="{DFFD34B0-EA2A-1E43-B386-8CCEF20CC6CC}" type="presParOf" srcId="{3B2EE363-9931-B04E-AB56-D1E70BF06A4C}" destId="{690001B2-05ED-8548-8739-A2A0FB4F84A8}" srcOrd="3" destOrd="0" presId="urn:microsoft.com/office/officeart/2008/layout/LinedList"/>
    <dgm:cxn modelId="{3C03908E-63B6-944E-8278-D71F0C0324D3}" type="presParOf" srcId="{690001B2-05ED-8548-8739-A2A0FB4F84A8}" destId="{5B9A58FA-DD4A-0B42-BDDE-776BFA805895}" srcOrd="0" destOrd="0" presId="urn:microsoft.com/office/officeart/2008/layout/LinedList"/>
    <dgm:cxn modelId="{3255019C-4ACD-A14F-B5DE-DA17A2C8AF26}" type="presParOf" srcId="{690001B2-05ED-8548-8739-A2A0FB4F84A8}" destId="{64EC9F60-135B-574C-9DDA-17D118296F62}" srcOrd="1" destOrd="0" presId="urn:microsoft.com/office/officeart/2008/layout/LinedList"/>
    <dgm:cxn modelId="{89C5E979-935D-334D-815D-AB3FBFE96A4E}" type="presParOf" srcId="{3B2EE363-9931-B04E-AB56-D1E70BF06A4C}" destId="{3BCA4AA5-BFCA-074F-A03B-701434B6602E}" srcOrd="4" destOrd="0" presId="urn:microsoft.com/office/officeart/2008/layout/LinedList"/>
    <dgm:cxn modelId="{2CC5DD3B-0DC9-A64B-B0CF-FA74583549FF}" type="presParOf" srcId="{3B2EE363-9931-B04E-AB56-D1E70BF06A4C}" destId="{9581C232-30CF-3041-AD0D-98BD0521AE40}" srcOrd="5" destOrd="0" presId="urn:microsoft.com/office/officeart/2008/layout/LinedList"/>
    <dgm:cxn modelId="{6FE76202-AA38-1842-8D1E-EA180848F17B}" type="presParOf" srcId="{9581C232-30CF-3041-AD0D-98BD0521AE40}" destId="{FC9D1B68-C00C-C14A-8A87-CF14F8B0FE3E}" srcOrd="0" destOrd="0" presId="urn:microsoft.com/office/officeart/2008/layout/LinedList"/>
    <dgm:cxn modelId="{C5D7F615-2EA5-674C-94EC-2DA844DDB6A2}" type="presParOf" srcId="{9581C232-30CF-3041-AD0D-98BD0521AE40}" destId="{2658259E-3D63-EC4A-BF51-E765C4DFF20E}" srcOrd="1" destOrd="0" presId="urn:microsoft.com/office/officeart/2008/layout/LinedList"/>
    <dgm:cxn modelId="{9E2821D1-1629-2A4A-B4E9-E5223DEE4D45}" type="presParOf" srcId="{3B2EE363-9931-B04E-AB56-D1E70BF06A4C}" destId="{5AB6CD68-2308-2340-AD8C-7A9CE083BA11}" srcOrd="6" destOrd="0" presId="urn:microsoft.com/office/officeart/2008/layout/LinedList"/>
    <dgm:cxn modelId="{AC124BF4-7E70-294A-9ECE-98762F0F932A}" type="presParOf" srcId="{3B2EE363-9931-B04E-AB56-D1E70BF06A4C}" destId="{8C2A6411-020E-544A-A69D-21233AA99F0E}" srcOrd="7" destOrd="0" presId="urn:microsoft.com/office/officeart/2008/layout/LinedList"/>
    <dgm:cxn modelId="{B0BE2D9B-4CFC-CE49-B97C-61F0CA30F9D8}" type="presParOf" srcId="{8C2A6411-020E-544A-A69D-21233AA99F0E}" destId="{8AA5707D-3B85-3E45-99B5-26A9F6AC846C}" srcOrd="0" destOrd="0" presId="urn:microsoft.com/office/officeart/2008/layout/LinedList"/>
    <dgm:cxn modelId="{5024730D-88BA-C24A-8005-1173E14C80E9}" type="presParOf" srcId="{8C2A6411-020E-544A-A69D-21233AA99F0E}" destId="{8981E13A-AF96-B340-BA7A-5AB55A8AFF15}" srcOrd="1" destOrd="0" presId="urn:microsoft.com/office/officeart/2008/layout/LinedList"/>
    <dgm:cxn modelId="{C93CA8CC-7922-3A4A-9244-E962BC0C7279}" type="presParOf" srcId="{3B2EE363-9931-B04E-AB56-D1E70BF06A4C}" destId="{EC3B89A9-E29F-474B-9FB0-035E24155E67}" srcOrd="8" destOrd="0" presId="urn:microsoft.com/office/officeart/2008/layout/LinedList"/>
    <dgm:cxn modelId="{EDD2ED33-B952-E442-B617-752FE73ED0BD}" type="presParOf" srcId="{3B2EE363-9931-B04E-AB56-D1E70BF06A4C}" destId="{C8CC8E3B-50D6-3943-B35D-9074611E6C31}" srcOrd="9" destOrd="0" presId="urn:microsoft.com/office/officeart/2008/layout/LinedList"/>
    <dgm:cxn modelId="{40625A54-AB19-994E-8690-3C08A6942B89}" type="presParOf" srcId="{C8CC8E3B-50D6-3943-B35D-9074611E6C31}" destId="{3FE4129E-7E31-E24D-A3E8-887790F45FA5}" srcOrd="0" destOrd="0" presId="urn:microsoft.com/office/officeart/2008/layout/LinedList"/>
    <dgm:cxn modelId="{DC957A2E-2CB3-A945-8684-5CB32E2D2F5D}" type="presParOf" srcId="{C8CC8E3B-50D6-3943-B35D-9074611E6C31}" destId="{BFDCF71B-AB09-9F43-B398-12153EC83BE1}" srcOrd="1" destOrd="0" presId="urn:microsoft.com/office/officeart/2008/layout/LinedList"/>
    <dgm:cxn modelId="{6753405E-0D7B-9C4E-985D-F6E88AC52690}" type="presParOf" srcId="{3B2EE363-9931-B04E-AB56-D1E70BF06A4C}" destId="{CAD5D144-7DA5-7C4E-8D69-88FF80DD592F}" srcOrd="10" destOrd="0" presId="urn:microsoft.com/office/officeart/2008/layout/LinedList"/>
    <dgm:cxn modelId="{D780E0D5-E48C-9447-8845-92561103FA84}" type="presParOf" srcId="{3B2EE363-9931-B04E-AB56-D1E70BF06A4C}" destId="{32CA9403-ACED-8E47-84A8-9508C969BF8E}" srcOrd="11" destOrd="0" presId="urn:microsoft.com/office/officeart/2008/layout/LinedList"/>
    <dgm:cxn modelId="{D8BC8B90-E8F6-5D42-874B-17090F61A2F5}" type="presParOf" srcId="{32CA9403-ACED-8E47-84A8-9508C969BF8E}" destId="{4F026B03-A9A4-B74E-8C73-EA195F12C1AA}" srcOrd="0" destOrd="0" presId="urn:microsoft.com/office/officeart/2008/layout/LinedList"/>
    <dgm:cxn modelId="{1703DFDA-C901-0D48-AFE2-9A3FFA1F0C07}" type="presParOf" srcId="{32CA9403-ACED-8E47-84A8-9508C969BF8E}" destId="{36624A8A-AA28-C946-A568-76E37CB0703D}" srcOrd="1" destOrd="0" presId="urn:microsoft.com/office/officeart/2008/layout/LinedList"/>
    <dgm:cxn modelId="{7D96C14C-300C-7B42-B354-9C62DD6B41FC}" type="presParOf" srcId="{3B2EE363-9931-B04E-AB56-D1E70BF06A4C}" destId="{3C1D53F6-4D64-9F4B-B6DC-81D834935B85}" srcOrd="12" destOrd="0" presId="urn:microsoft.com/office/officeart/2008/layout/LinedList"/>
    <dgm:cxn modelId="{A751A62E-5655-B943-AC8A-1788FB1F80D5}" type="presParOf" srcId="{3B2EE363-9931-B04E-AB56-D1E70BF06A4C}" destId="{1C84D820-B998-6C48-B468-CDFEEBAB1C2E}" srcOrd="13" destOrd="0" presId="urn:microsoft.com/office/officeart/2008/layout/LinedList"/>
    <dgm:cxn modelId="{7927CFC6-3E50-AA43-9ACE-13159BE644DE}" type="presParOf" srcId="{1C84D820-B998-6C48-B468-CDFEEBAB1C2E}" destId="{5172340B-6B7A-854B-AE4A-398C6E0614E2}" srcOrd="0" destOrd="0" presId="urn:microsoft.com/office/officeart/2008/layout/LinedList"/>
    <dgm:cxn modelId="{C7359145-5122-414B-BB68-914AF7ADF539}" type="presParOf" srcId="{1C84D820-B998-6C48-B468-CDFEEBAB1C2E}" destId="{6928A04F-BA19-7540-8ED6-AB88597A151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B83EA8F-BCD0-403E-BD07-C70945D7D4C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50E1EDC-254A-47AF-8DA2-B0DFD79669A8}">
      <dgm:prSet/>
      <dgm:spPr/>
      <dgm:t>
        <a:bodyPr/>
        <a:lstStyle/>
        <a:p>
          <a:r>
            <a:rPr lang="en-US"/>
            <a:t>Several machine learning algorithms were explored, such as Logistic Regression, Decision Tree, and Random Forest.</a:t>
          </a:r>
        </a:p>
      </dgm:t>
    </dgm:pt>
    <dgm:pt modelId="{BF7D0BCA-E843-42A7-8743-0DEDB57DCFF2}" type="parTrans" cxnId="{B9795E67-738C-44F6-9C9C-3C06BDD621EC}">
      <dgm:prSet/>
      <dgm:spPr/>
      <dgm:t>
        <a:bodyPr/>
        <a:lstStyle/>
        <a:p>
          <a:endParaRPr lang="en-US"/>
        </a:p>
      </dgm:t>
    </dgm:pt>
    <dgm:pt modelId="{949811DB-DC73-4C44-B2B2-9A03A71C2BBA}" type="sibTrans" cxnId="{B9795E67-738C-44F6-9C9C-3C06BDD621EC}">
      <dgm:prSet/>
      <dgm:spPr/>
      <dgm:t>
        <a:bodyPr/>
        <a:lstStyle/>
        <a:p>
          <a:endParaRPr lang="en-US"/>
        </a:p>
      </dgm:t>
    </dgm:pt>
    <dgm:pt modelId="{30B31B46-F56B-4A3B-9914-6AAB7A1E9710}">
      <dgm:prSet/>
      <dgm:spPr/>
      <dgm:t>
        <a:bodyPr/>
        <a:lstStyle/>
        <a:p>
          <a:r>
            <a:rPr lang="en-US"/>
            <a:t>The model with the best performance was selected based on accuracy and interpretability.</a:t>
          </a:r>
        </a:p>
      </dgm:t>
    </dgm:pt>
    <dgm:pt modelId="{42F11097-F4FD-4A36-8D68-6A2567D98F37}" type="parTrans" cxnId="{03357CBC-E390-4191-AEEF-EE80745C4BCA}">
      <dgm:prSet/>
      <dgm:spPr/>
      <dgm:t>
        <a:bodyPr/>
        <a:lstStyle/>
        <a:p>
          <a:endParaRPr lang="en-US"/>
        </a:p>
      </dgm:t>
    </dgm:pt>
    <dgm:pt modelId="{BD87C1AB-533B-47AA-AB34-1471C6AA304B}" type="sibTrans" cxnId="{03357CBC-E390-4191-AEEF-EE80745C4BCA}">
      <dgm:prSet/>
      <dgm:spPr/>
      <dgm:t>
        <a:bodyPr/>
        <a:lstStyle/>
        <a:p>
          <a:endParaRPr lang="en-US"/>
        </a:p>
      </dgm:t>
    </dgm:pt>
    <dgm:pt modelId="{D6E6536A-6691-4B48-911B-4B62B2431203}" type="pres">
      <dgm:prSet presAssocID="{8B83EA8F-BCD0-403E-BD07-C70945D7D4CA}" presName="root" presStyleCnt="0">
        <dgm:presLayoutVars>
          <dgm:dir/>
          <dgm:resizeHandles val="exact"/>
        </dgm:presLayoutVars>
      </dgm:prSet>
      <dgm:spPr/>
    </dgm:pt>
    <dgm:pt modelId="{E821FB91-0DD4-48F7-9BF9-CF3795B181D1}" type="pres">
      <dgm:prSet presAssocID="{D50E1EDC-254A-47AF-8DA2-B0DFD79669A8}" presName="compNode" presStyleCnt="0"/>
      <dgm:spPr/>
    </dgm:pt>
    <dgm:pt modelId="{F3E907FE-C968-4D11-B749-B4CA862F57C7}" type="pres">
      <dgm:prSet presAssocID="{D50E1EDC-254A-47AF-8DA2-B0DFD79669A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29B9C3E9-C166-4DB3-96CD-720B28674D2E}" type="pres">
      <dgm:prSet presAssocID="{D50E1EDC-254A-47AF-8DA2-B0DFD79669A8}" presName="spaceRect" presStyleCnt="0"/>
      <dgm:spPr/>
    </dgm:pt>
    <dgm:pt modelId="{A4456AC0-659A-495C-9489-4A7F39F485A0}" type="pres">
      <dgm:prSet presAssocID="{D50E1EDC-254A-47AF-8DA2-B0DFD79669A8}" presName="textRect" presStyleLbl="revTx" presStyleIdx="0" presStyleCnt="2">
        <dgm:presLayoutVars>
          <dgm:chMax val="1"/>
          <dgm:chPref val="1"/>
        </dgm:presLayoutVars>
      </dgm:prSet>
      <dgm:spPr/>
    </dgm:pt>
    <dgm:pt modelId="{51015B50-99B5-4A28-92F3-E6567F295F36}" type="pres">
      <dgm:prSet presAssocID="{949811DB-DC73-4C44-B2B2-9A03A71C2BBA}" presName="sibTrans" presStyleCnt="0"/>
      <dgm:spPr/>
    </dgm:pt>
    <dgm:pt modelId="{3D4B6A4B-E316-403B-9BC6-20B44C1A7BDF}" type="pres">
      <dgm:prSet presAssocID="{30B31B46-F56B-4A3B-9914-6AAB7A1E9710}" presName="compNode" presStyleCnt="0"/>
      <dgm:spPr/>
    </dgm:pt>
    <dgm:pt modelId="{A54DD985-E06D-4A43-8056-39700795FC31}" type="pres">
      <dgm:prSet presAssocID="{30B31B46-F56B-4A3B-9914-6AAB7A1E971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A75398D6-A5E7-4236-98A5-AAECD8600CC7}" type="pres">
      <dgm:prSet presAssocID="{30B31B46-F56B-4A3B-9914-6AAB7A1E9710}" presName="spaceRect" presStyleCnt="0"/>
      <dgm:spPr/>
    </dgm:pt>
    <dgm:pt modelId="{0338AC4B-9DC6-40B9-8F50-7A6E592A4B16}" type="pres">
      <dgm:prSet presAssocID="{30B31B46-F56B-4A3B-9914-6AAB7A1E971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9795E67-738C-44F6-9C9C-3C06BDD621EC}" srcId="{8B83EA8F-BCD0-403E-BD07-C70945D7D4CA}" destId="{D50E1EDC-254A-47AF-8DA2-B0DFD79669A8}" srcOrd="0" destOrd="0" parTransId="{BF7D0BCA-E843-42A7-8743-0DEDB57DCFF2}" sibTransId="{949811DB-DC73-4C44-B2B2-9A03A71C2BBA}"/>
    <dgm:cxn modelId="{5799576B-7BB5-4051-A27C-2E81585366E9}" type="presOf" srcId="{D50E1EDC-254A-47AF-8DA2-B0DFD79669A8}" destId="{A4456AC0-659A-495C-9489-4A7F39F485A0}" srcOrd="0" destOrd="0" presId="urn:microsoft.com/office/officeart/2018/2/layout/IconLabelList"/>
    <dgm:cxn modelId="{2B1AEC9B-39F1-4278-B439-3B4FA8682469}" type="presOf" srcId="{30B31B46-F56B-4A3B-9914-6AAB7A1E9710}" destId="{0338AC4B-9DC6-40B9-8F50-7A6E592A4B16}" srcOrd="0" destOrd="0" presId="urn:microsoft.com/office/officeart/2018/2/layout/IconLabelList"/>
    <dgm:cxn modelId="{03357CBC-E390-4191-AEEF-EE80745C4BCA}" srcId="{8B83EA8F-BCD0-403E-BD07-C70945D7D4CA}" destId="{30B31B46-F56B-4A3B-9914-6AAB7A1E9710}" srcOrd="1" destOrd="0" parTransId="{42F11097-F4FD-4A36-8D68-6A2567D98F37}" sibTransId="{BD87C1AB-533B-47AA-AB34-1471C6AA304B}"/>
    <dgm:cxn modelId="{66FE51D7-D859-4E9D-8FE7-0063ED203786}" type="presOf" srcId="{8B83EA8F-BCD0-403E-BD07-C70945D7D4CA}" destId="{D6E6536A-6691-4B48-911B-4B62B2431203}" srcOrd="0" destOrd="0" presId="urn:microsoft.com/office/officeart/2018/2/layout/IconLabelList"/>
    <dgm:cxn modelId="{6BF76AFD-5FBB-46C3-B0A7-9CDDC14344E3}" type="presParOf" srcId="{D6E6536A-6691-4B48-911B-4B62B2431203}" destId="{E821FB91-0DD4-48F7-9BF9-CF3795B181D1}" srcOrd="0" destOrd="0" presId="urn:microsoft.com/office/officeart/2018/2/layout/IconLabelList"/>
    <dgm:cxn modelId="{B8F50A69-5AB0-40BA-AF03-3761F2E05219}" type="presParOf" srcId="{E821FB91-0DD4-48F7-9BF9-CF3795B181D1}" destId="{F3E907FE-C968-4D11-B749-B4CA862F57C7}" srcOrd="0" destOrd="0" presId="urn:microsoft.com/office/officeart/2018/2/layout/IconLabelList"/>
    <dgm:cxn modelId="{7EE387E4-C193-4A2E-948D-E9E6CA239CC5}" type="presParOf" srcId="{E821FB91-0DD4-48F7-9BF9-CF3795B181D1}" destId="{29B9C3E9-C166-4DB3-96CD-720B28674D2E}" srcOrd="1" destOrd="0" presId="urn:microsoft.com/office/officeart/2018/2/layout/IconLabelList"/>
    <dgm:cxn modelId="{5631E20B-BB0D-4C21-9DDF-58D0022C2DF1}" type="presParOf" srcId="{E821FB91-0DD4-48F7-9BF9-CF3795B181D1}" destId="{A4456AC0-659A-495C-9489-4A7F39F485A0}" srcOrd="2" destOrd="0" presId="urn:microsoft.com/office/officeart/2018/2/layout/IconLabelList"/>
    <dgm:cxn modelId="{D9CC65E0-85FA-483A-B042-71F931BF9DD2}" type="presParOf" srcId="{D6E6536A-6691-4B48-911B-4B62B2431203}" destId="{51015B50-99B5-4A28-92F3-E6567F295F36}" srcOrd="1" destOrd="0" presId="urn:microsoft.com/office/officeart/2018/2/layout/IconLabelList"/>
    <dgm:cxn modelId="{B59D3A2B-493D-4588-B5A6-483D2BF41DD7}" type="presParOf" srcId="{D6E6536A-6691-4B48-911B-4B62B2431203}" destId="{3D4B6A4B-E316-403B-9BC6-20B44C1A7BDF}" srcOrd="2" destOrd="0" presId="urn:microsoft.com/office/officeart/2018/2/layout/IconLabelList"/>
    <dgm:cxn modelId="{EDB413AD-171E-4DF8-BCB2-4442ECB963FE}" type="presParOf" srcId="{3D4B6A4B-E316-403B-9BC6-20B44C1A7BDF}" destId="{A54DD985-E06D-4A43-8056-39700795FC31}" srcOrd="0" destOrd="0" presId="urn:microsoft.com/office/officeart/2018/2/layout/IconLabelList"/>
    <dgm:cxn modelId="{484FF233-0CA8-41FB-B58D-F102AE356069}" type="presParOf" srcId="{3D4B6A4B-E316-403B-9BC6-20B44C1A7BDF}" destId="{A75398D6-A5E7-4236-98A5-AAECD8600CC7}" srcOrd="1" destOrd="0" presId="urn:microsoft.com/office/officeart/2018/2/layout/IconLabelList"/>
    <dgm:cxn modelId="{3BC88B81-126B-4E57-B87C-90645EF18B76}" type="presParOf" srcId="{3D4B6A4B-E316-403B-9BC6-20B44C1A7BDF}" destId="{0338AC4B-9DC6-40B9-8F50-7A6E592A4B1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DB4F60D-C842-4AB1-A991-E040868FE08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BC634AE-F44B-490E-B37B-954DB6AA890C}">
      <dgm:prSet/>
      <dgm:spPr/>
      <dgm:t>
        <a:bodyPr/>
        <a:lstStyle/>
        <a:p>
          <a:r>
            <a:rPr lang="en-US"/>
            <a:t>*   Environment: Google Colab</a:t>
          </a:r>
        </a:p>
      </dgm:t>
    </dgm:pt>
    <dgm:pt modelId="{15E88F77-4CBC-429A-86A2-B541D5D8DE5E}" type="parTrans" cxnId="{03F85958-C2E8-423D-9512-2CBB673067D8}">
      <dgm:prSet/>
      <dgm:spPr/>
      <dgm:t>
        <a:bodyPr/>
        <a:lstStyle/>
        <a:p>
          <a:endParaRPr lang="en-US"/>
        </a:p>
      </dgm:t>
    </dgm:pt>
    <dgm:pt modelId="{5BB8D751-B441-4C4B-819B-3311D14746B2}" type="sibTrans" cxnId="{03F85958-C2E8-423D-9512-2CBB673067D8}">
      <dgm:prSet/>
      <dgm:spPr/>
      <dgm:t>
        <a:bodyPr/>
        <a:lstStyle/>
        <a:p>
          <a:endParaRPr lang="en-US"/>
        </a:p>
      </dgm:t>
    </dgm:pt>
    <dgm:pt modelId="{4E91F1AB-95AF-4C0B-9807-324ECF453524}">
      <dgm:prSet/>
      <dgm:spPr/>
      <dgm:t>
        <a:bodyPr/>
        <a:lstStyle/>
        <a:p>
          <a:r>
            <a:rPr lang="en-US"/>
            <a:t>*    Language: Python</a:t>
          </a:r>
        </a:p>
      </dgm:t>
    </dgm:pt>
    <dgm:pt modelId="{6D6F61E6-6F5E-4D58-9F15-AD9913997BAB}" type="parTrans" cxnId="{78F254FD-B279-4C2D-8AA9-2DEB3741BE4B}">
      <dgm:prSet/>
      <dgm:spPr/>
      <dgm:t>
        <a:bodyPr/>
        <a:lstStyle/>
        <a:p>
          <a:endParaRPr lang="en-US"/>
        </a:p>
      </dgm:t>
    </dgm:pt>
    <dgm:pt modelId="{724964BB-47D5-4C85-800A-3F9DB227FAAA}" type="sibTrans" cxnId="{78F254FD-B279-4C2D-8AA9-2DEB3741BE4B}">
      <dgm:prSet/>
      <dgm:spPr/>
      <dgm:t>
        <a:bodyPr/>
        <a:lstStyle/>
        <a:p>
          <a:endParaRPr lang="en-US"/>
        </a:p>
      </dgm:t>
    </dgm:pt>
    <dgm:pt modelId="{8EC80811-7051-4444-B976-D7E1037A9A1C}">
      <dgm:prSet/>
      <dgm:spPr/>
      <dgm:t>
        <a:bodyPr/>
        <a:lstStyle/>
        <a:p>
          <a:r>
            <a:rPr lang="en-US"/>
            <a:t>*    Libraries Used: Pandas, NumPy, Scikit-learn,</a:t>
          </a:r>
        </a:p>
      </dgm:t>
    </dgm:pt>
    <dgm:pt modelId="{1661B179-AEE7-4D43-B26E-8E02AD5343DE}" type="parTrans" cxnId="{ED576B36-E13C-463F-B0A4-B1D39F7CE696}">
      <dgm:prSet/>
      <dgm:spPr/>
      <dgm:t>
        <a:bodyPr/>
        <a:lstStyle/>
        <a:p>
          <a:endParaRPr lang="en-US"/>
        </a:p>
      </dgm:t>
    </dgm:pt>
    <dgm:pt modelId="{433A4C82-3994-4215-82FA-0C51117ACB52}" type="sibTrans" cxnId="{ED576B36-E13C-463F-B0A4-B1D39F7CE696}">
      <dgm:prSet/>
      <dgm:spPr/>
      <dgm:t>
        <a:bodyPr/>
        <a:lstStyle/>
        <a:p>
          <a:endParaRPr lang="en-US"/>
        </a:p>
      </dgm:t>
    </dgm:pt>
    <dgm:pt modelId="{9B49AF9F-E862-43F1-8164-9ABD3D5C3A45}">
      <dgm:prSet/>
      <dgm:spPr/>
      <dgm:t>
        <a:bodyPr/>
        <a:lstStyle/>
        <a:p>
          <a:r>
            <a:rPr lang="en-US"/>
            <a:t>Matplotlib, Seaborn</a:t>
          </a:r>
        </a:p>
      </dgm:t>
    </dgm:pt>
    <dgm:pt modelId="{EBD08AFE-3FEC-42DC-91A9-C8EEBB82AE31}" type="parTrans" cxnId="{5A570743-BF10-4AF6-872D-0672264B8B99}">
      <dgm:prSet/>
      <dgm:spPr/>
      <dgm:t>
        <a:bodyPr/>
        <a:lstStyle/>
        <a:p>
          <a:endParaRPr lang="en-US"/>
        </a:p>
      </dgm:t>
    </dgm:pt>
    <dgm:pt modelId="{C7CF8DC5-EDB2-4D96-9DC5-25C4E5E3FEA0}" type="sibTrans" cxnId="{5A570743-BF10-4AF6-872D-0672264B8B99}">
      <dgm:prSet/>
      <dgm:spPr/>
      <dgm:t>
        <a:bodyPr/>
        <a:lstStyle/>
        <a:p>
          <a:endParaRPr lang="en-US"/>
        </a:p>
      </dgm:t>
    </dgm:pt>
    <dgm:pt modelId="{6DACCC5E-CE6E-4BE1-97B4-F36D315FEF02}">
      <dgm:prSet/>
      <dgm:spPr/>
      <dgm:t>
        <a:bodyPr/>
        <a:lstStyle/>
        <a:p>
          <a:r>
            <a:rPr lang="en-US"/>
            <a:t>*   The model was trained and tested using a </a:t>
          </a:r>
        </a:p>
      </dgm:t>
    </dgm:pt>
    <dgm:pt modelId="{303620D9-BDF5-4D1E-BE78-35A40F0CCCF0}" type="parTrans" cxnId="{6C8BB20C-F5F7-4340-A605-181172D9B8C5}">
      <dgm:prSet/>
      <dgm:spPr/>
      <dgm:t>
        <a:bodyPr/>
        <a:lstStyle/>
        <a:p>
          <a:endParaRPr lang="en-US"/>
        </a:p>
      </dgm:t>
    </dgm:pt>
    <dgm:pt modelId="{CF3593D5-1CD7-454A-8D75-16690965554D}" type="sibTrans" cxnId="{6C8BB20C-F5F7-4340-A605-181172D9B8C5}">
      <dgm:prSet/>
      <dgm:spPr/>
      <dgm:t>
        <a:bodyPr/>
        <a:lstStyle/>
        <a:p>
          <a:endParaRPr lang="en-US"/>
        </a:p>
      </dgm:t>
    </dgm:pt>
    <dgm:pt modelId="{3AC45DE0-1421-4243-BE6F-66ECE4DC69EA}">
      <dgm:prSet/>
      <dgm:spPr/>
      <dgm:t>
        <a:bodyPr/>
        <a:lstStyle/>
        <a:p>
          <a:r>
            <a:rPr lang="en-US"/>
            <a:t>supervised learning approach.</a:t>
          </a:r>
        </a:p>
      </dgm:t>
    </dgm:pt>
    <dgm:pt modelId="{EF9C87B8-A52C-41B7-A4BA-746FAF3B2717}" type="parTrans" cxnId="{B3E0C91E-AD2B-489F-AE99-E722A40B94D0}">
      <dgm:prSet/>
      <dgm:spPr/>
      <dgm:t>
        <a:bodyPr/>
        <a:lstStyle/>
        <a:p>
          <a:endParaRPr lang="en-US"/>
        </a:p>
      </dgm:t>
    </dgm:pt>
    <dgm:pt modelId="{FFFD5840-8BFD-4D81-B71B-9C133C62A058}" type="sibTrans" cxnId="{B3E0C91E-AD2B-489F-AE99-E722A40B94D0}">
      <dgm:prSet/>
      <dgm:spPr/>
      <dgm:t>
        <a:bodyPr/>
        <a:lstStyle/>
        <a:p>
          <a:endParaRPr lang="en-US"/>
        </a:p>
      </dgm:t>
    </dgm:pt>
    <dgm:pt modelId="{422CE02F-1C60-364C-A4B4-BC3CB598FDC7}" type="pres">
      <dgm:prSet presAssocID="{CDB4F60D-C842-4AB1-A991-E040868FE08E}" presName="linear" presStyleCnt="0">
        <dgm:presLayoutVars>
          <dgm:animLvl val="lvl"/>
          <dgm:resizeHandles val="exact"/>
        </dgm:presLayoutVars>
      </dgm:prSet>
      <dgm:spPr/>
    </dgm:pt>
    <dgm:pt modelId="{5A56B47E-ED85-3B4B-B0FB-A67AC417EFDD}" type="pres">
      <dgm:prSet presAssocID="{5BC634AE-F44B-490E-B37B-954DB6AA890C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4F661B4-D6E6-224E-A91E-F4B8E325BF0E}" type="pres">
      <dgm:prSet presAssocID="{5BB8D751-B441-4C4B-819B-3311D14746B2}" presName="spacer" presStyleCnt="0"/>
      <dgm:spPr/>
    </dgm:pt>
    <dgm:pt modelId="{7B7ED92C-C091-A84C-84FC-8114A191D936}" type="pres">
      <dgm:prSet presAssocID="{4E91F1AB-95AF-4C0B-9807-324ECF45352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738E70C-3CC6-4A4F-80AD-78EBBE0BD346}" type="pres">
      <dgm:prSet presAssocID="{724964BB-47D5-4C85-800A-3F9DB227FAAA}" presName="spacer" presStyleCnt="0"/>
      <dgm:spPr/>
    </dgm:pt>
    <dgm:pt modelId="{BC12C885-3BF7-CD49-8D50-2F5EC6B4E95D}" type="pres">
      <dgm:prSet presAssocID="{8EC80811-7051-4444-B976-D7E1037A9A1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BB1BEFD1-E326-C146-AC85-72BD4178B3C7}" type="pres">
      <dgm:prSet presAssocID="{433A4C82-3994-4215-82FA-0C51117ACB52}" presName="spacer" presStyleCnt="0"/>
      <dgm:spPr/>
    </dgm:pt>
    <dgm:pt modelId="{80B13EA0-E476-574F-A540-0F75C2306C83}" type="pres">
      <dgm:prSet presAssocID="{9B49AF9F-E862-43F1-8164-9ABD3D5C3A4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83F00F2-431E-8B42-B3EC-ECEFC2F0E15C}" type="pres">
      <dgm:prSet presAssocID="{C7CF8DC5-EDB2-4D96-9DC5-25C4E5E3FEA0}" presName="spacer" presStyleCnt="0"/>
      <dgm:spPr/>
    </dgm:pt>
    <dgm:pt modelId="{79C6C945-BE22-9B4E-8E39-4BC64C82B23F}" type="pres">
      <dgm:prSet presAssocID="{6DACCC5E-CE6E-4BE1-97B4-F36D315FEF0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B180F5F-68B7-8D48-B163-F4B4849E35B7}" type="pres">
      <dgm:prSet presAssocID="{CF3593D5-1CD7-454A-8D75-16690965554D}" presName="spacer" presStyleCnt="0"/>
      <dgm:spPr/>
    </dgm:pt>
    <dgm:pt modelId="{22CB34A4-BA21-A84D-BCEF-A62D692AA856}" type="pres">
      <dgm:prSet presAssocID="{3AC45DE0-1421-4243-BE6F-66ECE4DC69E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C8BB20C-F5F7-4340-A605-181172D9B8C5}" srcId="{CDB4F60D-C842-4AB1-A991-E040868FE08E}" destId="{6DACCC5E-CE6E-4BE1-97B4-F36D315FEF02}" srcOrd="4" destOrd="0" parTransId="{303620D9-BDF5-4D1E-BE78-35A40F0CCCF0}" sibTransId="{CF3593D5-1CD7-454A-8D75-16690965554D}"/>
    <dgm:cxn modelId="{B3E0C91E-AD2B-489F-AE99-E722A40B94D0}" srcId="{CDB4F60D-C842-4AB1-A991-E040868FE08E}" destId="{3AC45DE0-1421-4243-BE6F-66ECE4DC69EA}" srcOrd="5" destOrd="0" parTransId="{EF9C87B8-A52C-41B7-A4BA-746FAF3B2717}" sibTransId="{FFFD5840-8BFD-4D81-B71B-9C133C62A058}"/>
    <dgm:cxn modelId="{CD587620-AED7-3841-9663-8528B0EB88C7}" type="presOf" srcId="{4E91F1AB-95AF-4C0B-9807-324ECF453524}" destId="{7B7ED92C-C091-A84C-84FC-8114A191D936}" srcOrd="0" destOrd="0" presId="urn:microsoft.com/office/officeart/2005/8/layout/vList2"/>
    <dgm:cxn modelId="{26AAD832-6E33-9C4E-AB0B-334FCF69EB0F}" type="presOf" srcId="{3AC45DE0-1421-4243-BE6F-66ECE4DC69EA}" destId="{22CB34A4-BA21-A84D-BCEF-A62D692AA856}" srcOrd="0" destOrd="0" presId="urn:microsoft.com/office/officeart/2005/8/layout/vList2"/>
    <dgm:cxn modelId="{DE8E7334-D99C-D548-BAC3-C4EA1D1A4BC8}" type="presOf" srcId="{8EC80811-7051-4444-B976-D7E1037A9A1C}" destId="{BC12C885-3BF7-CD49-8D50-2F5EC6B4E95D}" srcOrd="0" destOrd="0" presId="urn:microsoft.com/office/officeart/2005/8/layout/vList2"/>
    <dgm:cxn modelId="{ED576B36-E13C-463F-B0A4-B1D39F7CE696}" srcId="{CDB4F60D-C842-4AB1-A991-E040868FE08E}" destId="{8EC80811-7051-4444-B976-D7E1037A9A1C}" srcOrd="2" destOrd="0" parTransId="{1661B179-AEE7-4D43-B26E-8E02AD5343DE}" sibTransId="{433A4C82-3994-4215-82FA-0C51117ACB52}"/>
    <dgm:cxn modelId="{01D1493E-AD74-4E41-B758-4E229384FDEA}" type="presOf" srcId="{CDB4F60D-C842-4AB1-A991-E040868FE08E}" destId="{422CE02F-1C60-364C-A4B4-BC3CB598FDC7}" srcOrd="0" destOrd="0" presId="urn:microsoft.com/office/officeart/2005/8/layout/vList2"/>
    <dgm:cxn modelId="{5A570743-BF10-4AF6-872D-0672264B8B99}" srcId="{CDB4F60D-C842-4AB1-A991-E040868FE08E}" destId="{9B49AF9F-E862-43F1-8164-9ABD3D5C3A45}" srcOrd="3" destOrd="0" parTransId="{EBD08AFE-3FEC-42DC-91A9-C8EEBB82AE31}" sibTransId="{C7CF8DC5-EDB2-4D96-9DC5-25C4E5E3FEA0}"/>
    <dgm:cxn modelId="{03F85958-C2E8-423D-9512-2CBB673067D8}" srcId="{CDB4F60D-C842-4AB1-A991-E040868FE08E}" destId="{5BC634AE-F44B-490E-B37B-954DB6AA890C}" srcOrd="0" destOrd="0" parTransId="{15E88F77-4CBC-429A-86A2-B541D5D8DE5E}" sibTransId="{5BB8D751-B441-4C4B-819B-3311D14746B2}"/>
    <dgm:cxn modelId="{F65AD067-422C-074C-9594-554F72C16B59}" type="presOf" srcId="{6DACCC5E-CE6E-4BE1-97B4-F36D315FEF02}" destId="{79C6C945-BE22-9B4E-8E39-4BC64C82B23F}" srcOrd="0" destOrd="0" presId="urn:microsoft.com/office/officeart/2005/8/layout/vList2"/>
    <dgm:cxn modelId="{2E2BA5B9-5F89-3642-BF5F-093AEEBD8E1F}" type="presOf" srcId="{5BC634AE-F44B-490E-B37B-954DB6AA890C}" destId="{5A56B47E-ED85-3B4B-B0FB-A67AC417EFDD}" srcOrd="0" destOrd="0" presId="urn:microsoft.com/office/officeart/2005/8/layout/vList2"/>
    <dgm:cxn modelId="{40235ADC-8B2A-EC4F-AF76-7411D8AAEB6F}" type="presOf" srcId="{9B49AF9F-E862-43F1-8164-9ABD3D5C3A45}" destId="{80B13EA0-E476-574F-A540-0F75C2306C83}" srcOrd="0" destOrd="0" presId="urn:microsoft.com/office/officeart/2005/8/layout/vList2"/>
    <dgm:cxn modelId="{78F254FD-B279-4C2D-8AA9-2DEB3741BE4B}" srcId="{CDB4F60D-C842-4AB1-A991-E040868FE08E}" destId="{4E91F1AB-95AF-4C0B-9807-324ECF453524}" srcOrd="1" destOrd="0" parTransId="{6D6F61E6-6F5E-4D58-9F15-AD9913997BAB}" sibTransId="{724964BB-47D5-4C85-800A-3F9DB227FAAA}"/>
    <dgm:cxn modelId="{19951BE2-2768-7541-AC03-5FCECB0EE623}" type="presParOf" srcId="{422CE02F-1C60-364C-A4B4-BC3CB598FDC7}" destId="{5A56B47E-ED85-3B4B-B0FB-A67AC417EFDD}" srcOrd="0" destOrd="0" presId="urn:microsoft.com/office/officeart/2005/8/layout/vList2"/>
    <dgm:cxn modelId="{080ED33B-D770-7B4F-9DA3-EC1BA69F33C8}" type="presParOf" srcId="{422CE02F-1C60-364C-A4B4-BC3CB598FDC7}" destId="{14F661B4-D6E6-224E-A91E-F4B8E325BF0E}" srcOrd="1" destOrd="0" presId="urn:microsoft.com/office/officeart/2005/8/layout/vList2"/>
    <dgm:cxn modelId="{24E4B8E7-ED2F-FC40-B660-8783B4CB9BCD}" type="presParOf" srcId="{422CE02F-1C60-364C-A4B4-BC3CB598FDC7}" destId="{7B7ED92C-C091-A84C-84FC-8114A191D936}" srcOrd="2" destOrd="0" presId="urn:microsoft.com/office/officeart/2005/8/layout/vList2"/>
    <dgm:cxn modelId="{B2FAEFBF-C906-2E4A-8A89-DF4BA6804767}" type="presParOf" srcId="{422CE02F-1C60-364C-A4B4-BC3CB598FDC7}" destId="{0738E70C-3CC6-4A4F-80AD-78EBBE0BD346}" srcOrd="3" destOrd="0" presId="urn:microsoft.com/office/officeart/2005/8/layout/vList2"/>
    <dgm:cxn modelId="{EF9496FD-DB1D-854B-8FED-6AD4204559C1}" type="presParOf" srcId="{422CE02F-1C60-364C-A4B4-BC3CB598FDC7}" destId="{BC12C885-3BF7-CD49-8D50-2F5EC6B4E95D}" srcOrd="4" destOrd="0" presId="urn:microsoft.com/office/officeart/2005/8/layout/vList2"/>
    <dgm:cxn modelId="{8E0F5B01-176B-9B46-83F4-F42FBE8BFFE7}" type="presParOf" srcId="{422CE02F-1C60-364C-A4B4-BC3CB598FDC7}" destId="{BB1BEFD1-E326-C146-AC85-72BD4178B3C7}" srcOrd="5" destOrd="0" presId="urn:microsoft.com/office/officeart/2005/8/layout/vList2"/>
    <dgm:cxn modelId="{AC9B0D05-8C9E-304C-84D1-9CC1671EFD2C}" type="presParOf" srcId="{422CE02F-1C60-364C-A4B4-BC3CB598FDC7}" destId="{80B13EA0-E476-574F-A540-0F75C2306C83}" srcOrd="6" destOrd="0" presId="urn:microsoft.com/office/officeart/2005/8/layout/vList2"/>
    <dgm:cxn modelId="{2D80F679-8B0D-B34E-A1B2-8B95A79853E9}" type="presParOf" srcId="{422CE02F-1C60-364C-A4B4-BC3CB598FDC7}" destId="{283F00F2-431E-8B42-B3EC-ECEFC2F0E15C}" srcOrd="7" destOrd="0" presId="urn:microsoft.com/office/officeart/2005/8/layout/vList2"/>
    <dgm:cxn modelId="{E31D17D8-F84C-4B46-B1C5-DFDAB8725831}" type="presParOf" srcId="{422CE02F-1C60-364C-A4B4-BC3CB598FDC7}" destId="{79C6C945-BE22-9B4E-8E39-4BC64C82B23F}" srcOrd="8" destOrd="0" presId="urn:microsoft.com/office/officeart/2005/8/layout/vList2"/>
    <dgm:cxn modelId="{F4FC8B0F-77AB-8E40-AC73-9B39C11E7F89}" type="presParOf" srcId="{422CE02F-1C60-364C-A4B4-BC3CB598FDC7}" destId="{DB180F5F-68B7-8D48-B163-F4B4849E35B7}" srcOrd="9" destOrd="0" presId="urn:microsoft.com/office/officeart/2005/8/layout/vList2"/>
    <dgm:cxn modelId="{35D0A4AA-60A9-A14F-8413-E88EEF05595B}" type="presParOf" srcId="{422CE02F-1C60-364C-A4B4-BC3CB598FDC7}" destId="{22CB34A4-BA21-A84D-BCEF-A62D692AA85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53C774-8219-7C4B-9F36-6900E473CE8E}">
      <dsp:nvSpPr>
        <dsp:cNvPr id="0" name=""/>
        <dsp:cNvSpPr/>
      </dsp:nvSpPr>
      <dsp:spPr>
        <a:xfrm>
          <a:off x="0" y="0"/>
          <a:ext cx="630936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By: Abhijeet Singh</a:t>
          </a:r>
        </a:p>
      </dsp:txBody>
      <dsp:txXfrm>
        <a:off x="28038" y="28038"/>
        <a:ext cx="5195473" cy="901218"/>
      </dsp:txXfrm>
    </dsp:sp>
    <dsp:sp modelId="{EFFE9991-3954-E64D-96E5-72F545DAA98F}">
      <dsp:nvSpPr>
        <dsp:cNvPr id="0" name=""/>
        <dsp:cNvSpPr/>
      </dsp:nvSpPr>
      <dsp:spPr>
        <a:xfrm>
          <a:off x="528408" y="1131347"/>
          <a:ext cx="6309360" cy="957294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Course: B.Tech (CSE)</a:t>
          </a:r>
        </a:p>
      </dsp:txBody>
      <dsp:txXfrm>
        <a:off x="556446" y="1159385"/>
        <a:ext cx="5102633" cy="901218"/>
      </dsp:txXfrm>
    </dsp:sp>
    <dsp:sp modelId="{3813F22D-8885-6C47-9287-E4B7FE758A6D}">
      <dsp:nvSpPr>
        <dsp:cNvPr id="0" name=""/>
        <dsp:cNvSpPr/>
      </dsp:nvSpPr>
      <dsp:spPr>
        <a:xfrm>
          <a:off x="1048931" y="2262695"/>
          <a:ext cx="6309360" cy="957294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Institution: [Bennett University]</a:t>
          </a:r>
        </a:p>
      </dsp:txBody>
      <dsp:txXfrm>
        <a:off x="1076969" y="2290733"/>
        <a:ext cx="5110520" cy="901218"/>
      </dsp:txXfrm>
    </dsp:sp>
    <dsp:sp modelId="{CD0AE6E7-2555-A449-9DA9-54FA04798116}">
      <dsp:nvSpPr>
        <dsp:cNvPr id="0" name=""/>
        <dsp:cNvSpPr/>
      </dsp:nvSpPr>
      <dsp:spPr>
        <a:xfrm>
          <a:off x="1577340" y="3394043"/>
          <a:ext cx="6309360" cy="957294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Enrollment Number: [E23CSEU1142]</a:t>
          </a:r>
        </a:p>
      </dsp:txBody>
      <dsp:txXfrm>
        <a:off x="1605378" y="3422081"/>
        <a:ext cx="5102633" cy="901218"/>
      </dsp:txXfrm>
    </dsp:sp>
    <dsp:sp modelId="{D32AE5E7-A27F-AA41-90E8-D8583376E65B}">
      <dsp:nvSpPr>
        <dsp:cNvPr id="0" name=""/>
        <dsp:cNvSpPr/>
      </dsp:nvSpPr>
      <dsp:spPr>
        <a:xfrm>
          <a:off x="568711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827122" y="733200"/>
        <a:ext cx="342233" cy="468236"/>
      </dsp:txXfrm>
    </dsp:sp>
    <dsp:sp modelId="{6BF42838-56A2-C641-A88B-F67376B4FAFA}">
      <dsp:nvSpPr>
        <dsp:cNvPr id="0" name=""/>
        <dsp:cNvSpPr/>
      </dsp:nvSpPr>
      <dsp:spPr>
        <a:xfrm>
          <a:off x="6215527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355531" y="1864548"/>
        <a:ext cx="342233" cy="468236"/>
      </dsp:txXfrm>
    </dsp:sp>
    <dsp:sp modelId="{3289B4FD-B9E6-7E47-8313-C8E882FD73EF}">
      <dsp:nvSpPr>
        <dsp:cNvPr id="0" name=""/>
        <dsp:cNvSpPr/>
      </dsp:nvSpPr>
      <dsp:spPr>
        <a:xfrm>
          <a:off x="6736049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876053" y="2995896"/>
        <a:ext cx="342233" cy="4682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93AC4-5631-4707-A55B-FD5C2727AF05}">
      <dsp:nvSpPr>
        <dsp:cNvPr id="0" name=""/>
        <dsp:cNvSpPr/>
      </dsp:nvSpPr>
      <dsp:spPr>
        <a:xfrm>
          <a:off x="537299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99A2AD-6358-4206-B344-B8FFDC7F0396}">
      <dsp:nvSpPr>
        <dsp:cNvPr id="0" name=""/>
        <dsp:cNvSpPr/>
      </dsp:nvSpPr>
      <dsp:spPr>
        <a:xfrm>
          <a:off x="42299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To automate the process of loan eligibility checking.</a:t>
          </a:r>
        </a:p>
      </dsp:txBody>
      <dsp:txXfrm>
        <a:off x="42299" y="2443760"/>
        <a:ext cx="1800000" cy="720000"/>
      </dsp:txXfrm>
    </dsp:sp>
    <dsp:sp modelId="{A7BCC6EC-C208-44E7-B52B-313BCDCE07B0}">
      <dsp:nvSpPr>
        <dsp:cNvPr id="0" name=""/>
        <dsp:cNvSpPr/>
      </dsp:nvSpPr>
      <dsp:spPr>
        <a:xfrm>
          <a:off x="265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632B4B-9B5D-46B6-AF83-04BEC0DE4C0A}">
      <dsp:nvSpPr>
        <dsp:cNvPr id="0" name=""/>
        <dsp:cNvSpPr/>
      </dsp:nvSpPr>
      <dsp:spPr>
        <a:xfrm>
          <a:off x="215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To use data-driven models for accurate predictions.</a:t>
          </a:r>
        </a:p>
      </dsp:txBody>
      <dsp:txXfrm>
        <a:off x="2157300" y="2443760"/>
        <a:ext cx="1800000" cy="720000"/>
      </dsp:txXfrm>
    </dsp:sp>
    <dsp:sp modelId="{C8B7B6C6-1DA6-41AA-A930-721F984A201E}">
      <dsp:nvSpPr>
        <dsp:cNvPr id="0" name=""/>
        <dsp:cNvSpPr/>
      </dsp:nvSpPr>
      <dsp:spPr>
        <a:xfrm>
          <a:off x="4767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3E4C28-1D9E-405A-8EF7-ADE99F6AF162}">
      <dsp:nvSpPr>
        <dsp:cNvPr id="0" name=""/>
        <dsp:cNvSpPr/>
      </dsp:nvSpPr>
      <dsp:spPr>
        <a:xfrm>
          <a:off x="4272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To improve the efficiency and transparency of loan approvals.</a:t>
          </a:r>
        </a:p>
      </dsp:txBody>
      <dsp:txXfrm>
        <a:off x="4272300" y="2443760"/>
        <a:ext cx="1800000" cy="720000"/>
      </dsp:txXfrm>
    </dsp:sp>
    <dsp:sp modelId="{4D336D93-910E-45A5-87E5-481D7ED8B8B8}">
      <dsp:nvSpPr>
        <dsp:cNvPr id="0" name=""/>
        <dsp:cNvSpPr/>
      </dsp:nvSpPr>
      <dsp:spPr>
        <a:xfrm>
          <a:off x="688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CC99BB-799E-4E66-B662-61B70B6F23DC}">
      <dsp:nvSpPr>
        <dsp:cNvPr id="0" name=""/>
        <dsp:cNvSpPr/>
      </dsp:nvSpPr>
      <dsp:spPr>
        <a:xfrm>
          <a:off x="638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To minimize manual evaluation errors.</a:t>
          </a:r>
        </a:p>
      </dsp:txBody>
      <dsp:txXfrm>
        <a:off x="6387300" y="2443760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D8B462-2794-D34F-A5F9-D9A55CAB50B9}">
      <dsp:nvSpPr>
        <dsp:cNvPr id="0" name=""/>
        <dsp:cNvSpPr/>
      </dsp:nvSpPr>
      <dsp:spPr>
        <a:xfrm>
          <a:off x="0" y="525"/>
          <a:ext cx="503605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50703C1-8A3A-AC41-AC3D-4D0974ECE308}">
      <dsp:nvSpPr>
        <dsp:cNvPr id="0" name=""/>
        <dsp:cNvSpPr/>
      </dsp:nvSpPr>
      <dsp:spPr>
        <a:xfrm>
          <a:off x="0" y="525"/>
          <a:ext cx="5036058" cy="614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1. Data Collection</a:t>
          </a:r>
        </a:p>
      </dsp:txBody>
      <dsp:txXfrm>
        <a:off x="0" y="525"/>
        <a:ext cx="5036058" cy="614630"/>
      </dsp:txXfrm>
    </dsp:sp>
    <dsp:sp modelId="{BC004A53-1655-BB4A-8D72-444DAE48E88C}">
      <dsp:nvSpPr>
        <dsp:cNvPr id="0" name=""/>
        <dsp:cNvSpPr/>
      </dsp:nvSpPr>
      <dsp:spPr>
        <a:xfrm>
          <a:off x="0" y="615155"/>
          <a:ext cx="503605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B9A58FA-DD4A-0B42-BDDE-776BFA805895}">
      <dsp:nvSpPr>
        <dsp:cNvPr id="0" name=""/>
        <dsp:cNvSpPr/>
      </dsp:nvSpPr>
      <dsp:spPr>
        <a:xfrm>
          <a:off x="0" y="615155"/>
          <a:ext cx="5036058" cy="614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2. Data Preprocessing</a:t>
          </a:r>
        </a:p>
      </dsp:txBody>
      <dsp:txXfrm>
        <a:off x="0" y="615155"/>
        <a:ext cx="5036058" cy="614630"/>
      </dsp:txXfrm>
    </dsp:sp>
    <dsp:sp modelId="{3BCA4AA5-BFCA-074F-A03B-701434B6602E}">
      <dsp:nvSpPr>
        <dsp:cNvPr id="0" name=""/>
        <dsp:cNvSpPr/>
      </dsp:nvSpPr>
      <dsp:spPr>
        <a:xfrm>
          <a:off x="0" y="1229786"/>
          <a:ext cx="5036058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C9D1B68-C00C-C14A-8A87-CF14F8B0FE3E}">
      <dsp:nvSpPr>
        <dsp:cNvPr id="0" name=""/>
        <dsp:cNvSpPr/>
      </dsp:nvSpPr>
      <dsp:spPr>
        <a:xfrm>
          <a:off x="0" y="1229786"/>
          <a:ext cx="5036058" cy="614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3. Feature Selection</a:t>
          </a:r>
        </a:p>
      </dsp:txBody>
      <dsp:txXfrm>
        <a:off x="0" y="1229786"/>
        <a:ext cx="5036058" cy="614630"/>
      </dsp:txXfrm>
    </dsp:sp>
    <dsp:sp modelId="{5AB6CD68-2308-2340-AD8C-7A9CE083BA11}">
      <dsp:nvSpPr>
        <dsp:cNvPr id="0" name=""/>
        <dsp:cNvSpPr/>
      </dsp:nvSpPr>
      <dsp:spPr>
        <a:xfrm>
          <a:off x="0" y="1844417"/>
          <a:ext cx="503605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AA5707D-3B85-3E45-99B5-26A9F6AC846C}">
      <dsp:nvSpPr>
        <dsp:cNvPr id="0" name=""/>
        <dsp:cNvSpPr/>
      </dsp:nvSpPr>
      <dsp:spPr>
        <a:xfrm>
          <a:off x="0" y="1844417"/>
          <a:ext cx="5036058" cy="614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4. Model Training (Machine Learning)</a:t>
          </a:r>
        </a:p>
      </dsp:txBody>
      <dsp:txXfrm>
        <a:off x="0" y="1844417"/>
        <a:ext cx="5036058" cy="614630"/>
      </dsp:txXfrm>
    </dsp:sp>
    <dsp:sp modelId="{EC3B89A9-E29F-474B-9FB0-035E24155E67}">
      <dsp:nvSpPr>
        <dsp:cNvPr id="0" name=""/>
        <dsp:cNvSpPr/>
      </dsp:nvSpPr>
      <dsp:spPr>
        <a:xfrm>
          <a:off x="0" y="2459047"/>
          <a:ext cx="5036058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FE4129E-7E31-E24D-A3E8-887790F45FA5}">
      <dsp:nvSpPr>
        <dsp:cNvPr id="0" name=""/>
        <dsp:cNvSpPr/>
      </dsp:nvSpPr>
      <dsp:spPr>
        <a:xfrm>
          <a:off x="0" y="2459047"/>
          <a:ext cx="5036058" cy="614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5. Prediction</a:t>
          </a:r>
        </a:p>
      </dsp:txBody>
      <dsp:txXfrm>
        <a:off x="0" y="2459047"/>
        <a:ext cx="5036058" cy="614630"/>
      </dsp:txXfrm>
    </dsp:sp>
    <dsp:sp modelId="{CAD5D144-7DA5-7C4E-8D69-88FF80DD592F}">
      <dsp:nvSpPr>
        <dsp:cNvPr id="0" name=""/>
        <dsp:cNvSpPr/>
      </dsp:nvSpPr>
      <dsp:spPr>
        <a:xfrm>
          <a:off x="0" y="3073678"/>
          <a:ext cx="503605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F026B03-A9A4-B74E-8C73-EA195F12C1AA}">
      <dsp:nvSpPr>
        <dsp:cNvPr id="0" name=""/>
        <dsp:cNvSpPr/>
      </dsp:nvSpPr>
      <dsp:spPr>
        <a:xfrm>
          <a:off x="0" y="3073678"/>
          <a:ext cx="5036058" cy="614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6. Result Interpretation</a:t>
          </a:r>
        </a:p>
      </dsp:txBody>
      <dsp:txXfrm>
        <a:off x="0" y="3073678"/>
        <a:ext cx="5036058" cy="614630"/>
      </dsp:txXfrm>
    </dsp:sp>
    <dsp:sp modelId="{3C1D53F6-4D64-9F4B-B6DC-81D834935B85}">
      <dsp:nvSpPr>
        <dsp:cNvPr id="0" name=""/>
        <dsp:cNvSpPr/>
      </dsp:nvSpPr>
      <dsp:spPr>
        <a:xfrm>
          <a:off x="0" y="3688309"/>
          <a:ext cx="503605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172340B-6B7A-854B-AE4A-398C6E0614E2}">
      <dsp:nvSpPr>
        <dsp:cNvPr id="0" name=""/>
        <dsp:cNvSpPr/>
      </dsp:nvSpPr>
      <dsp:spPr>
        <a:xfrm>
          <a:off x="0" y="3688309"/>
          <a:ext cx="5036058" cy="614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system follows a structured data science pipeline for prediction.</a:t>
          </a:r>
        </a:p>
      </dsp:txBody>
      <dsp:txXfrm>
        <a:off x="0" y="3688309"/>
        <a:ext cx="5036058" cy="6146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E907FE-C968-4D11-B749-B4CA862F57C7}">
      <dsp:nvSpPr>
        <dsp:cNvPr id="0" name=""/>
        <dsp:cNvSpPr/>
      </dsp:nvSpPr>
      <dsp:spPr>
        <a:xfrm>
          <a:off x="1009209" y="796109"/>
          <a:ext cx="1625062" cy="1625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56AC0-659A-495C-9489-4A7F39F485A0}">
      <dsp:nvSpPr>
        <dsp:cNvPr id="0" name=""/>
        <dsp:cNvSpPr/>
      </dsp:nvSpPr>
      <dsp:spPr>
        <a:xfrm>
          <a:off x="16115" y="2835228"/>
          <a:ext cx="361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Several machine learning algorithms were explored, such as Logistic Regression, Decision Tree, and Random Forest.</a:t>
          </a:r>
        </a:p>
      </dsp:txBody>
      <dsp:txXfrm>
        <a:off x="16115" y="2835228"/>
        <a:ext cx="3611250" cy="720000"/>
      </dsp:txXfrm>
    </dsp:sp>
    <dsp:sp modelId="{A54DD985-E06D-4A43-8056-39700795FC31}">
      <dsp:nvSpPr>
        <dsp:cNvPr id="0" name=""/>
        <dsp:cNvSpPr/>
      </dsp:nvSpPr>
      <dsp:spPr>
        <a:xfrm>
          <a:off x="5252428" y="796109"/>
          <a:ext cx="1625062" cy="1625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8AC4B-9DC6-40B9-8F50-7A6E592A4B16}">
      <dsp:nvSpPr>
        <dsp:cNvPr id="0" name=""/>
        <dsp:cNvSpPr/>
      </dsp:nvSpPr>
      <dsp:spPr>
        <a:xfrm>
          <a:off x="4259334" y="2835228"/>
          <a:ext cx="361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model with the best performance was selected based on accuracy and interpretability.</a:t>
          </a:r>
        </a:p>
      </dsp:txBody>
      <dsp:txXfrm>
        <a:off x="4259334" y="2835228"/>
        <a:ext cx="36112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56B47E-ED85-3B4B-B0FB-A67AC417EFDD}">
      <dsp:nvSpPr>
        <dsp:cNvPr id="0" name=""/>
        <dsp:cNvSpPr/>
      </dsp:nvSpPr>
      <dsp:spPr>
        <a:xfrm>
          <a:off x="0" y="269508"/>
          <a:ext cx="5098904" cy="4797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*   Environment: Google Colab</a:t>
          </a:r>
        </a:p>
      </dsp:txBody>
      <dsp:txXfrm>
        <a:off x="23417" y="292925"/>
        <a:ext cx="5052070" cy="432866"/>
      </dsp:txXfrm>
    </dsp:sp>
    <dsp:sp modelId="{7B7ED92C-C091-A84C-84FC-8114A191D936}">
      <dsp:nvSpPr>
        <dsp:cNvPr id="0" name=""/>
        <dsp:cNvSpPr/>
      </dsp:nvSpPr>
      <dsp:spPr>
        <a:xfrm>
          <a:off x="0" y="806808"/>
          <a:ext cx="5098904" cy="479700"/>
        </a:xfrm>
        <a:prstGeom prst="roundRect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*    Language: Python</a:t>
          </a:r>
        </a:p>
      </dsp:txBody>
      <dsp:txXfrm>
        <a:off x="23417" y="830225"/>
        <a:ext cx="5052070" cy="432866"/>
      </dsp:txXfrm>
    </dsp:sp>
    <dsp:sp modelId="{BC12C885-3BF7-CD49-8D50-2F5EC6B4E95D}">
      <dsp:nvSpPr>
        <dsp:cNvPr id="0" name=""/>
        <dsp:cNvSpPr/>
      </dsp:nvSpPr>
      <dsp:spPr>
        <a:xfrm>
          <a:off x="0" y="1344108"/>
          <a:ext cx="5098904" cy="479700"/>
        </a:xfrm>
        <a:prstGeom prst="roundRect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*    Libraries Used: Pandas, NumPy, Scikit-learn,</a:t>
          </a:r>
        </a:p>
      </dsp:txBody>
      <dsp:txXfrm>
        <a:off x="23417" y="1367525"/>
        <a:ext cx="5052070" cy="432866"/>
      </dsp:txXfrm>
    </dsp:sp>
    <dsp:sp modelId="{80B13EA0-E476-574F-A540-0F75C2306C83}">
      <dsp:nvSpPr>
        <dsp:cNvPr id="0" name=""/>
        <dsp:cNvSpPr/>
      </dsp:nvSpPr>
      <dsp:spPr>
        <a:xfrm>
          <a:off x="0" y="1881408"/>
          <a:ext cx="5098904" cy="479700"/>
        </a:xfrm>
        <a:prstGeom prst="roundRect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Matplotlib, Seaborn</a:t>
          </a:r>
        </a:p>
      </dsp:txBody>
      <dsp:txXfrm>
        <a:off x="23417" y="1904825"/>
        <a:ext cx="5052070" cy="432866"/>
      </dsp:txXfrm>
    </dsp:sp>
    <dsp:sp modelId="{79C6C945-BE22-9B4E-8E39-4BC64C82B23F}">
      <dsp:nvSpPr>
        <dsp:cNvPr id="0" name=""/>
        <dsp:cNvSpPr/>
      </dsp:nvSpPr>
      <dsp:spPr>
        <a:xfrm>
          <a:off x="0" y="2418708"/>
          <a:ext cx="5098904" cy="479700"/>
        </a:xfrm>
        <a:prstGeom prst="roundRect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*   The model was trained and tested using a </a:t>
          </a:r>
        </a:p>
      </dsp:txBody>
      <dsp:txXfrm>
        <a:off x="23417" y="2442125"/>
        <a:ext cx="5052070" cy="432866"/>
      </dsp:txXfrm>
    </dsp:sp>
    <dsp:sp modelId="{22CB34A4-BA21-A84D-BCEF-A62D692AA856}">
      <dsp:nvSpPr>
        <dsp:cNvPr id="0" name=""/>
        <dsp:cNvSpPr/>
      </dsp:nvSpPr>
      <dsp:spPr>
        <a:xfrm>
          <a:off x="0" y="2956008"/>
          <a:ext cx="5098904" cy="47970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supervised learning approach.</a:t>
          </a:r>
        </a:p>
      </dsp:txBody>
      <dsp:txXfrm>
        <a:off x="23417" y="2979425"/>
        <a:ext cx="5052070" cy="4328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88F9F95-1205-2AAE-6F43-3B66A45FF70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Loan Eligibility System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7AB50E-C763-7668-CCD9-BF8D3203B3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216972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7908" y="741391"/>
            <a:ext cx="3368866" cy="1616203"/>
          </a:xfrm>
        </p:spPr>
        <p:txBody>
          <a:bodyPr anchor="b">
            <a:normAutofit/>
          </a:bodyPr>
          <a:lstStyle/>
          <a:p>
            <a:r>
              <a:rPr lang="en-US" sz="2800"/>
              <a:t>Introduction</a:t>
            </a:r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8E0682D8-8D0B-CBB0-63AE-7E299FA3B0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75" r="20125" b="-1"/>
          <a:stretch>
            <a:fillRect/>
          </a:stretch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908" y="2533476"/>
            <a:ext cx="3368865" cy="3447832"/>
          </a:xfrm>
        </p:spPr>
        <p:txBody>
          <a:bodyPr anchor="t">
            <a:normAutofit/>
          </a:bodyPr>
          <a:lstStyle/>
          <a:p>
            <a:r>
              <a:rPr lang="en-US" sz="1700"/>
              <a:t>The Loan Eligibility System is designed to predict whether an applicant is eligible for a loan based on their financial and personal information.</a:t>
            </a:r>
          </a:p>
          <a:p>
            <a:endParaRPr lang="en-US" sz="1700"/>
          </a:p>
          <a:p>
            <a:r>
              <a:rPr lang="en-US" sz="1700"/>
              <a:t>This system leverages machine learning techniques to assist banks and financial institutions in making data-driven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A647CA-0A1A-89CB-192B-30B8F1E3853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06443"/>
          </a:xfrm>
        </p:spPr>
        <p:txBody>
          <a:bodyPr>
            <a:normAutofit/>
          </a:bodyPr>
          <a:lstStyle/>
          <a:p>
            <a:r>
              <a:rPr lang="en-US" sz="3500"/>
              <a:t>System Architecture / Workflow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8E73B8-BC50-B736-F9E5-C5195EC7AE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70" r="48769" b="-2"/>
          <a:stretch>
            <a:fillRect/>
          </a:stretch>
        </p:blipFill>
        <p:spPr>
          <a:xfrm>
            <a:off x="5991969" y="1904282"/>
            <a:ext cx="2567320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163805-6481-D4EF-3AC4-BD9329C01F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8500844"/>
              </p:ext>
            </p:extLst>
          </p:nvPr>
        </p:nvGraphicFramePr>
        <p:xfrm>
          <a:off x="628650" y="1825625"/>
          <a:ext cx="5036058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#    The dataset includes applicant-related 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       features such as: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  <a:p>
            <a:pPr>
              <a:lnSpc>
                <a:spcPct val="90000"/>
              </a:lnSpc>
            </a:pPr>
            <a:r>
              <a:rPr lang="en-US" sz="1400" dirty="0"/>
              <a:t>- Gender, Marital Status, Education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  <a:p>
            <a:pPr>
              <a:lnSpc>
                <a:spcPct val="90000"/>
              </a:lnSpc>
            </a:pPr>
            <a:r>
              <a:rPr lang="en-US" sz="1400" dirty="0"/>
              <a:t>- Applicant Income and </a:t>
            </a:r>
            <a:r>
              <a:rPr lang="en-US" sz="1400" dirty="0" err="1"/>
              <a:t>Coapplicant</a:t>
            </a:r>
            <a:r>
              <a:rPr lang="en-US" sz="1400" dirty="0"/>
              <a:t> Income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  <a:p>
            <a:pPr>
              <a:lnSpc>
                <a:spcPct val="90000"/>
              </a:lnSpc>
            </a:pPr>
            <a:r>
              <a:rPr lang="en-US" sz="1400" dirty="0"/>
              <a:t>- Loan Amount and Loan Term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  <a:p>
            <a:pPr>
              <a:lnSpc>
                <a:spcPct val="90000"/>
              </a:lnSpc>
            </a:pPr>
            <a:r>
              <a:rPr lang="en-US" sz="1400" dirty="0"/>
              <a:t>- Credit History and Property Area</a:t>
            </a:r>
          </a:p>
          <a:p>
            <a:pPr>
              <a:lnSpc>
                <a:spcPct val="90000"/>
              </a:lnSpc>
            </a:pPr>
            <a:endParaRPr lang="en-US" sz="1400" dirty="0"/>
          </a:p>
          <a:p>
            <a:pPr>
              <a:lnSpc>
                <a:spcPct val="90000"/>
              </a:lnSpc>
            </a:pPr>
            <a:r>
              <a:rPr lang="en-US" sz="1400" dirty="0"/>
              <a:t>The data was preprocessed to handle missing values and categorical variables.</a:t>
            </a:r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C13F1747-3151-EB95-989C-9F59C7BCB6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05" r="27782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Model Overview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B187AE-C4E0-0EA9-A569-D2DE2EB14C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4343411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299" y="548464"/>
            <a:ext cx="5098906" cy="1675623"/>
          </a:xfrm>
        </p:spPr>
        <p:txBody>
          <a:bodyPr anchor="b">
            <a:normAutofit/>
          </a:bodyPr>
          <a:lstStyle/>
          <a:p>
            <a:r>
              <a:rPr lang="en-US" sz="3500"/>
              <a:t>Implementation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5EB340-052D-AC50-1240-1EDC060B97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419" r="9161"/>
          <a:stretch>
            <a:fillRect/>
          </a:stretch>
        </p:blipFill>
        <p:spPr>
          <a:xfrm>
            <a:off x="20" y="10"/>
            <a:ext cx="3147352" cy="6857990"/>
          </a:xfrm>
          <a:prstGeom prst="rect">
            <a:avLst/>
          </a:prstGeom>
          <a:effectLst/>
        </p:spPr>
      </p:pic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3BDC8DA1-407D-F0C9-03B7-E2DE393437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0794370"/>
              </p:ext>
            </p:extLst>
          </p:nvPr>
        </p:nvGraphicFramePr>
        <p:xfrm>
          <a:off x="3415300" y="2409830"/>
          <a:ext cx="5098904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4C2221-2B8C-494D-9442-F812DF4E8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513931"/>
            <a:ext cx="2357437" cy="2601119"/>
          </a:xfrm>
        </p:spPr>
        <p:txBody>
          <a:bodyPr anchor="t">
            <a:normAutofit/>
          </a:bodyPr>
          <a:lstStyle/>
          <a:p>
            <a:r>
              <a:rPr lang="en-US" sz="3500"/>
              <a:t>Results &amp; Analysis</a:t>
            </a:r>
          </a:p>
        </p:txBody>
      </p:sp>
      <p:pic>
        <p:nvPicPr>
          <p:cNvPr id="7" name="Graphic 6" descr="Gauge">
            <a:extLst>
              <a:ext uri="{FF2B5EF4-FFF2-40B4-BE49-F238E27FC236}">
                <a16:creationId xmlns:a16="http://schemas.microsoft.com/office/drawing/2014/main" id="{E74EE295-2E0A-D271-3E1B-839929D5E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5900" y="2543970"/>
            <a:ext cx="685800" cy="6858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150489" y="730249"/>
            <a:ext cx="5364860" cy="5384801"/>
          </a:xfrm>
        </p:spPr>
        <p:txBody>
          <a:bodyPr anchor="ctr">
            <a:normAutofit/>
          </a:bodyPr>
          <a:lstStyle/>
          <a:p>
            <a:r>
              <a:rPr sz="1600"/>
              <a:t>The trained model achieved high prediction accuracy in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    </a:t>
            </a:r>
            <a:r>
              <a:rPr sz="1600"/>
              <a:t> determining loan eligibility.</a:t>
            </a:r>
          </a:p>
          <a:p>
            <a:endParaRPr sz="1600"/>
          </a:p>
          <a:p>
            <a:r>
              <a:rPr sz="1600"/>
              <a:t>Model Performance Metrics:</a:t>
            </a:r>
            <a:endParaRPr lang="en-US" sz="1600"/>
          </a:p>
          <a:p>
            <a:pPr marL="0" indent="0">
              <a:buNone/>
            </a:pPr>
            <a:endParaRPr sz="1600"/>
          </a:p>
          <a:p>
            <a:r>
              <a:rPr sz="1600"/>
              <a:t>- Accuracy: ~80–85%</a:t>
            </a:r>
            <a:endParaRPr lang="en-US" sz="1600"/>
          </a:p>
          <a:p>
            <a:pPr marL="0" indent="0">
              <a:buNone/>
            </a:pPr>
            <a:endParaRPr sz="1600"/>
          </a:p>
          <a:p>
            <a:r>
              <a:rPr sz="1600"/>
              <a:t>- Precision and Recall values were balanced, indicating good generalization.</a:t>
            </a:r>
          </a:p>
          <a:p>
            <a:endParaRPr sz="1600"/>
          </a:p>
          <a:p>
            <a:r>
              <a:rPr sz="1600"/>
              <a:t>The model successfully predicts eligibility based on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   </a:t>
            </a:r>
            <a:r>
              <a:rPr sz="1600"/>
              <a:t> applicant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212" y="1326724"/>
            <a:ext cx="3985902" cy="994172"/>
          </a:xfrm>
        </p:spPr>
        <p:txBody>
          <a:bodyPr>
            <a:normAutofit/>
          </a:bodyPr>
          <a:lstStyle/>
          <a:p>
            <a:r>
              <a:rPr lang="en-US"/>
              <a:t>Conclusion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1"/>
          </p:nvPr>
        </p:nvSpPr>
        <p:spPr>
          <a:xfrm>
            <a:off x="363212" y="2433494"/>
            <a:ext cx="3985907" cy="2881456"/>
          </a:xfrm>
        </p:spPr>
        <p:txBody>
          <a:bodyPr anchor="t">
            <a:normAutofit/>
          </a:bodyPr>
          <a:lstStyle/>
          <a:p>
            <a:r>
              <a:rPr sz="1350"/>
              <a:t>The Loan Eligibility System provides a reliable</a:t>
            </a:r>
            <a:endParaRPr lang="en-US" sz="1350"/>
          </a:p>
          <a:p>
            <a:pPr marL="0" indent="0">
              <a:buNone/>
            </a:pPr>
            <a:r>
              <a:rPr sz="1350"/>
              <a:t> </a:t>
            </a:r>
            <a:r>
              <a:rPr lang="en-US" sz="1350"/>
              <a:t>  </a:t>
            </a:r>
            <a:r>
              <a:rPr sz="1350"/>
              <a:t>and automated way to predict loan approval</a:t>
            </a:r>
            <a:endParaRPr lang="en-US" sz="1350"/>
          </a:p>
          <a:p>
            <a:pPr marL="0" indent="0">
              <a:buNone/>
            </a:pPr>
            <a:r>
              <a:rPr sz="1350"/>
              <a:t> </a:t>
            </a:r>
            <a:r>
              <a:rPr lang="en-US" sz="1350"/>
              <a:t>  </a:t>
            </a:r>
            <a:r>
              <a:rPr sz="1350"/>
              <a:t>outcomes.</a:t>
            </a:r>
          </a:p>
          <a:p>
            <a:endParaRPr sz="1350"/>
          </a:p>
          <a:p>
            <a:r>
              <a:rPr sz="1350"/>
              <a:t>It can assist financial institutions in reducing</a:t>
            </a:r>
            <a:endParaRPr lang="en-US" sz="1350"/>
          </a:p>
          <a:p>
            <a:pPr marL="0" indent="0">
              <a:buNone/>
            </a:pPr>
            <a:r>
              <a:rPr lang="en-US" sz="1350"/>
              <a:t>   </a:t>
            </a:r>
            <a:r>
              <a:rPr sz="1350"/>
              <a:t> manual workload and improving decision</a:t>
            </a:r>
            <a:endParaRPr lang="en-US" sz="1350"/>
          </a:p>
          <a:p>
            <a:pPr marL="0" indent="0">
              <a:buNone/>
            </a:pPr>
            <a:r>
              <a:rPr lang="en-US" sz="1350"/>
              <a:t>    </a:t>
            </a:r>
            <a:r>
              <a:rPr sz="1350"/>
              <a:t>-making efficiency.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F62D2A7-8207-488C-9F46-316BA81A1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19600" y="0"/>
            <a:ext cx="4724400" cy="4919011"/>
          </a:xfrm>
          <a:custGeom>
            <a:avLst/>
            <a:gdLst>
              <a:gd name="connsiteX0" fmla="*/ 0 w 5609220"/>
              <a:gd name="connsiteY0" fmla="*/ 0 h 5840278"/>
              <a:gd name="connsiteX1" fmla="*/ 4637091 w 5609220"/>
              <a:gd name="connsiteY1" fmla="*/ 0 h 5840278"/>
              <a:gd name="connsiteX2" fmla="*/ 4822569 w 5609220"/>
              <a:gd name="connsiteY2" fmla="*/ 204077 h 5840278"/>
              <a:gd name="connsiteX3" fmla="*/ 5609220 w 5609220"/>
              <a:gd name="connsiteY3" fmla="*/ 2395363 h 5840278"/>
              <a:gd name="connsiteX4" fmla="*/ 2164305 w 5609220"/>
              <a:gd name="connsiteY4" fmla="*/ 5840278 h 5840278"/>
              <a:gd name="connsiteX5" fmla="*/ 238220 w 5609220"/>
              <a:gd name="connsiteY5" fmla="*/ 5251941 h 5840278"/>
              <a:gd name="connsiteX6" fmla="*/ 0 w 5609220"/>
              <a:gd name="connsiteY6" fmla="*/ 5073803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9220" h="5840278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AC6D7F-F068-4E11-BB06-F601D89BB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561" y="1505"/>
            <a:ext cx="4583439" cy="4762908"/>
          </a:xfrm>
          <a:custGeom>
            <a:avLst/>
            <a:gdLst>
              <a:gd name="connsiteX0" fmla="*/ 1041368 w 5441859"/>
              <a:gd name="connsiteY0" fmla="*/ 0 h 5654940"/>
              <a:gd name="connsiteX1" fmla="*/ 5441859 w 5441859"/>
              <a:gd name="connsiteY1" fmla="*/ 0 h 5654940"/>
              <a:gd name="connsiteX2" fmla="*/ 5441859 w 5441859"/>
              <a:gd name="connsiteY2" fmla="*/ 4820612 h 5654940"/>
              <a:gd name="connsiteX3" fmla="*/ 5285166 w 5441859"/>
              <a:gd name="connsiteY3" fmla="*/ 4957981 h 5654940"/>
              <a:gd name="connsiteX4" fmla="*/ 3267719 w 5441859"/>
              <a:gd name="connsiteY4" fmla="*/ 5654940 h 5654940"/>
              <a:gd name="connsiteX5" fmla="*/ 0 w 5441859"/>
              <a:gd name="connsiteY5" fmla="*/ 2387221 h 5654940"/>
              <a:gd name="connsiteX6" fmla="*/ 957093 w 5441859"/>
              <a:gd name="connsiteY6" fmla="*/ 76595 h 565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Graphic 6" descr="Bitcoin">
            <a:extLst>
              <a:ext uri="{FF2B5EF4-FFF2-40B4-BE49-F238E27FC236}">
                <a16:creationId xmlns:a16="http://schemas.microsoft.com/office/drawing/2014/main" id="{48D017CE-45A4-232B-B910-D767037F7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2767" y="485518"/>
            <a:ext cx="3197870" cy="319787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0255" y="688220"/>
            <a:ext cx="3985902" cy="1206340"/>
          </a:xfrm>
        </p:spPr>
        <p:txBody>
          <a:bodyPr>
            <a:normAutofit/>
          </a:bodyPr>
          <a:lstStyle/>
          <a:p>
            <a:r>
              <a:rPr lang="en-US"/>
              <a:t>Future Scope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0D60ECE-8986-45DC-B7FE-EC7699B4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02" y="1"/>
            <a:ext cx="4461745" cy="4791074"/>
          </a:xfrm>
          <a:custGeom>
            <a:avLst/>
            <a:gdLst>
              <a:gd name="connsiteX0" fmla="*/ 0 w 5438829"/>
              <a:gd name="connsiteY0" fmla="*/ 0 h 5840278"/>
              <a:gd name="connsiteX1" fmla="*/ 4466700 w 5438829"/>
              <a:gd name="connsiteY1" fmla="*/ 0 h 5840278"/>
              <a:gd name="connsiteX2" fmla="*/ 4652178 w 5438829"/>
              <a:gd name="connsiteY2" fmla="*/ 204077 h 5840278"/>
              <a:gd name="connsiteX3" fmla="*/ 5438829 w 5438829"/>
              <a:gd name="connsiteY3" fmla="*/ 2395363 h 5840278"/>
              <a:gd name="connsiteX4" fmla="*/ 1993914 w 5438829"/>
              <a:gd name="connsiteY4" fmla="*/ 5840278 h 5840278"/>
              <a:gd name="connsiteX5" fmla="*/ 67829 w 5438829"/>
              <a:gd name="connsiteY5" fmla="*/ 5251941 h 5840278"/>
              <a:gd name="connsiteX6" fmla="*/ 0 w 5438829"/>
              <a:gd name="connsiteY6" fmla="*/ 5201220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38829" h="5840278">
                <a:moveTo>
                  <a:pt x="0" y="0"/>
                </a:moveTo>
                <a:lnTo>
                  <a:pt x="4466700" y="0"/>
                </a:lnTo>
                <a:lnTo>
                  <a:pt x="4652178" y="204077"/>
                </a:lnTo>
                <a:cubicBezTo>
                  <a:pt x="5143616" y="799562"/>
                  <a:pt x="5438829" y="1562987"/>
                  <a:pt x="5438829" y="2395363"/>
                </a:cubicBezTo>
                <a:cubicBezTo>
                  <a:pt x="5438829" y="4297937"/>
                  <a:pt x="3896488" y="5840278"/>
                  <a:pt x="1993914" y="5840278"/>
                </a:cubicBezTo>
                <a:cubicBezTo>
                  <a:pt x="1280449" y="5840278"/>
                  <a:pt x="617641" y="5623387"/>
                  <a:pt x="67829" y="5251941"/>
                </a:cubicBezTo>
                <a:lnTo>
                  <a:pt x="0" y="520122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Freeform: Shape 11">
            <a:extLst>
              <a:ext uri="{FF2B5EF4-FFF2-40B4-BE49-F238E27FC236}">
                <a16:creationId xmlns:a16="http://schemas.microsoft.com/office/drawing/2014/main" id="{96964194-5878-40D2-8EC0-DDC58387F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02" y="1"/>
            <a:ext cx="3951851" cy="4241205"/>
          </a:xfrm>
          <a:custGeom>
            <a:avLst/>
            <a:gdLst>
              <a:gd name="connsiteX0" fmla="*/ 0 w 5269134"/>
              <a:gd name="connsiteY0" fmla="*/ 0 h 5654940"/>
              <a:gd name="connsiteX1" fmla="*/ 4227767 w 5269134"/>
              <a:gd name="connsiteY1" fmla="*/ 0 h 5654940"/>
              <a:gd name="connsiteX2" fmla="*/ 4312042 w 5269134"/>
              <a:gd name="connsiteY2" fmla="*/ 76595 h 5654940"/>
              <a:gd name="connsiteX3" fmla="*/ 5269134 w 5269134"/>
              <a:gd name="connsiteY3" fmla="*/ 2387221 h 5654940"/>
              <a:gd name="connsiteX4" fmla="*/ 2001415 w 5269134"/>
              <a:gd name="connsiteY4" fmla="*/ 5654940 h 5654940"/>
              <a:gd name="connsiteX5" fmla="*/ 198928 w 5269134"/>
              <a:gd name="connsiteY5" fmla="*/ 5113274 h 5654940"/>
              <a:gd name="connsiteX6" fmla="*/ 0 w 5269134"/>
              <a:gd name="connsiteY6" fmla="*/ 4969563 h 565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9134" h="5654940">
                <a:moveTo>
                  <a:pt x="0" y="0"/>
                </a:moveTo>
                <a:lnTo>
                  <a:pt x="4227767" y="0"/>
                </a:lnTo>
                <a:lnTo>
                  <a:pt x="4312042" y="76595"/>
                </a:lnTo>
                <a:cubicBezTo>
                  <a:pt x="4903383" y="667936"/>
                  <a:pt x="5269134" y="1484866"/>
                  <a:pt x="5269134" y="2387221"/>
                </a:cubicBezTo>
                <a:cubicBezTo>
                  <a:pt x="5269134" y="4191932"/>
                  <a:pt x="3806126" y="5654940"/>
                  <a:pt x="2001415" y="5654940"/>
                </a:cubicBezTo>
                <a:cubicBezTo>
                  <a:pt x="1335223" y="5654940"/>
                  <a:pt x="715593" y="5455584"/>
                  <a:pt x="198928" y="5113274"/>
                </a:cubicBezTo>
                <a:lnTo>
                  <a:pt x="0" y="496956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344AE7A-3667-47F6-B313-BEDACE7CB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22536" cy="4639031"/>
          </a:xfrm>
          <a:custGeom>
            <a:avLst/>
            <a:gdLst>
              <a:gd name="connsiteX0" fmla="*/ 0 w 5269134"/>
              <a:gd name="connsiteY0" fmla="*/ 0 h 5654940"/>
              <a:gd name="connsiteX1" fmla="*/ 4227767 w 5269134"/>
              <a:gd name="connsiteY1" fmla="*/ 0 h 5654940"/>
              <a:gd name="connsiteX2" fmla="*/ 4312042 w 5269134"/>
              <a:gd name="connsiteY2" fmla="*/ 76595 h 5654940"/>
              <a:gd name="connsiteX3" fmla="*/ 5269134 w 5269134"/>
              <a:gd name="connsiteY3" fmla="*/ 2387221 h 5654940"/>
              <a:gd name="connsiteX4" fmla="*/ 2001415 w 5269134"/>
              <a:gd name="connsiteY4" fmla="*/ 5654940 h 5654940"/>
              <a:gd name="connsiteX5" fmla="*/ 198928 w 5269134"/>
              <a:gd name="connsiteY5" fmla="*/ 5113274 h 5654940"/>
              <a:gd name="connsiteX6" fmla="*/ 0 w 5269134"/>
              <a:gd name="connsiteY6" fmla="*/ 4969563 h 565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9134" h="5654940">
                <a:moveTo>
                  <a:pt x="0" y="0"/>
                </a:moveTo>
                <a:lnTo>
                  <a:pt x="4227767" y="0"/>
                </a:lnTo>
                <a:lnTo>
                  <a:pt x="4312042" y="76595"/>
                </a:lnTo>
                <a:cubicBezTo>
                  <a:pt x="4903383" y="667936"/>
                  <a:pt x="5269134" y="1484866"/>
                  <a:pt x="5269134" y="2387221"/>
                </a:cubicBezTo>
                <a:cubicBezTo>
                  <a:pt x="5269134" y="4191932"/>
                  <a:pt x="3806126" y="5654940"/>
                  <a:pt x="2001415" y="5654940"/>
                </a:cubicBezTo>
                <a:cubicBezTo>
                  <a:pt x="1335223" y="5654940"/>
                  <a:pt x="715593" y="5455584"/>
                  <a:pt x="198928" y="5113274"/>
                </a:cubicBezTo>
                <a:lnTo>
                  <a:pt x="0" y="496956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Graphic 6" descr="Spider Web">
            <a:extLst>
              <a:ext uri="{FF2B5EF4-FFF2-40B4-BE49-F238E27FC236}">
                <a16:creationId xmlns:a16="http://schemas.microsoft.com/office/drawing/2014/main" id="{1E83C8D0-1524-AB9D-3A83-1D8201BDB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051" y="440926"/>
            <a:ext cx="3263900" cy="3263900"/>
          </a:xfrm>
          <a:prstGeom prst="rect">
            <a:avLst/>
          </a:prstGeom>
        </p:spPr>
      </p:pic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4540250" y="1985489"/>
            <a:ext cx="3985907" cy="3072285"/>
          </a:xfrm>
        </p:spPr>
        <p:txBody>
          <a:bodyPr anchor="t">
            <a:normAutofit/>
          </a:bodyPr>
          <a:lstStyle/>
          <a:p>
            <a:r>
              <a:rPr sz="1350"/>
              <a:t>- Integrate deep learning models for improved accuracy.</a:t>
            </a:r>
            <a:endParaRPr lang="en-US" sz="1350"/>
          </a:p>
          <a:p>
            <a:pPr marL="0" indent="0">
              <a:buNone/>
            </a:pPr>
            <a:endParaRPr sz="1350"/>
          </a:p>
          <a:p>
            <a:r>
              <a:rPr sz="1350"/>
              <a:t>- Develop a web interface for real-time</a:t>
            </a:r>
            <a:endParaRPr lang="en-US" sz="1350"/>
          </a:p>
          <a:p>
            <a:pPr marL="0" indent="0">
              <a:buNone/>
            </a:pPr>
            <a:r>
              <a:rPr lang="en-US" sz="1350"/>
              <a:t>    </a:t>
            </a:r>
            <a:r>
              <a:rPr sz="1350"/>
              <a:t> predictions.</a:t>
            </a:r>
            <a:endParaRPr lang="en-US" sz="1350"/>
          </a:p>
          <a:p>
            <a:pPr marL="0" indent="0">
              <a:buNone/>
            </a:pPr>
            <a:endParaRPr sz="1350"/>
          </a:p>
          <a:p>
            <a:r>
              <a:rPr sz="1350"/>
              <a:t>- Expand dataset with more demographic and</a:t>
            </a:r>
            <a:endParaRPr lang="en-US" sz="1350"/>
          </a:p>
          <a:p>
            <a:pPr marL="0" indent="0">
              <a:buNone/>
            </a:pPr>
            <a:r>
              <a:rPr lang="en-US" sz="1350"/>
              <a:t>    </a:t>
            </a:r>
            <a:r>
              <a:rPr sz="1350"/>
              <a:t> behavioral features.</a:t>
            </a:r>
            <a:endParaRPr lang="en-US" sz="1350"/>
          </a:p>
          <a:p>
            <a:pPr marL="0" indent="0">
              <a:buNone/>
            </a:pPr>
            <a:endParaRPr sz="1350"/>
          </a:p>
          <a:p>
            <a:r>
              <a:rPr sz="1350"/>
              <a:t>- Deploy the system as a cloud-based application.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 &amp; 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References: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- Kaggle Loan Prediction Dataset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- Scikit-learn Documentation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- Research papers on ML-based financial prediction</a:t>
            </a:r>
          </a:p>
          <a:p>
            <a:endParaRPr lang="en-US"/>
          </a:p>
          <a:p>
            <a:r>
              <a:rPr lang="en-US"/>
              <a:t>Acknowledgement: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Special thanks to my  faculty for their constant support.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428</Words>
  <Application>Microsoft Macintosh PowerPoint</Application>
  <PresentationFormat>On-screen Show (4:3)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Loan Eligibility System</vt:lpstr>
      <vt:lpstr>Introduction</vt:lpstr>
      <vt:lpstr>Objectives</vt:lpstr>
      <vt:lpstr>System Architecture / Workflow</vt:lpstr>
      <vt:lpstr>Dataset Description</vt:lpstr>
      <vt:lpstr>Model Overview</vt:lpstr>
      <vt:lpstr>Implementation</vt:lpstr>
      <vt:lpstr>Results &amp; Analysis</vt:lpstr>
      <vt:lpstr>Conclusion</vt:lpstr>
      <vt:lpstr>Future Scope</vt:lpstr>
      <vt:lpstr>References &amp; Acknowledgement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Abhijeet  Singh</cp:lastModifiedBy>
  <cp:revision>3</cp:revision>
  <dcterms:created xsi:type="dcterms:W3CDTF">2013-01-27T09:14:16Z</dcterms:created>
  <dcterms:modified xsi:type="dcterms:W3CDTF">2025-11-06T11:25:15Z</dcterms:modified>
  <cp:category/>
</cp:coreProperties>
</file>